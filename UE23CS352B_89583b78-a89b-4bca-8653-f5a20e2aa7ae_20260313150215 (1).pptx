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17.xml" ContentType="application/vnd.openxmlformats-officedocument.theme+xml"/>
  <Override PartName="/ppt/theme/theme13.xml" ContentType="application/vnd.openxmlformats-officedocument.theme+xml"/>
  <Override PartName="/ppt/theme/theme6.xml" ContentType="application/vnd.openxmlformats-officedocument.theme+xml"/>
  <Override PartName="/ppt/theme/theme18.xml" ContentType="application/vnd.openxmlformats-officedocument.theme+xml"/>
  <Override PartName="/ppt/theme/theme14.xml" ContentType="application/vnd.openxmlformats-officedocument.theme+xml"/>
  <Override PartName="/ppt/theme/theme7.xml" ContentType="application/vnd.openxmlformats-officedocument.theme+xml"/>
  <Override PartName="/ppt/theme/theme19.xml" ContentType="application/vnd.openxmlformats-officedocument.theme+xml"/>
  <Override PartName="/ppt/theme/theme3.xml" ContentType="application/vnd.openxmlformats-officedocument.theme+xml"/>
  <Override PartName="/ppt/theme/theme10.xml" ContentType="application/vnd.openxmlformats-officedocument.theme+xml"/>
  <Override PartName="/ppt/theme/theme8.xml" ContentType="application/vnd.openxmlformats-officedocument.theme+xml"/>
  <Override PartName="/ppt/theme/theme15.xml" ContentType="application/vnd.openxmlformats-officedocument.theme+xml"/>
  <Override PartName="/ppt/theme/theme4.xml" ContentType="application/vnd.openxmlformats-officedocument.theme+xml"/>
  <Override PartName="/ppt/theme/theme11.xml" ContentType="application/vnd.openxmlformats-officedocument.theme+xml"/>
  <Override PartName="/ppt/theme/theme16.xml" ContentType="application/vnd.openxmlformats-officedocument.theme+xml"/>
  <Override PartName="/ppt/theme/theme9.xml" ContentType="application/vnd.openxmlformats-officedocument.theme+xml"/>
  <Override PartName="/ppt/theme/theme5.xml" ContentType="application/vnd.openxmlformats-officedocument.theme+xml"/>
  <Override PartName="/ppt/theme/theme1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slideMasters/_rels/slideMaster25.xml.rels" ContentType="application/vnd.openxmlformats-package.relationships+xml"/>
  <Override PartName="/ppt/slideMasters/_rels/slideMaster8.xml.rels" ContentType="application/vnd.openxmlformats-package.relationships+xml"/>
  <Override PartName="/ppt/slideMasters/_rels/slideMaster19.xml.rels" ContentType="application/vnd.openxmlformats-package.relationships+xml"/>
  <Override PartName="/ppt/slideMasters/_rels/slideMaster22.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23.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7.xml.rels" ContentType="application/vnd.openxmlformats-package.relationships+xml"/>
  <Override PartName="/ppt/slideMasters/_rels/slideMaster18.xml.rels" ContentType="application/vnd.openxmlformats-package.relationships+xml"/>
  <Override PartName="/ppt/slideMasters/_rels/slideMaster24.xml.rels" ContentType="application/vnd.openxmlformats-package.relationships+xml"/>
  <Override PartName="/ppt/slideMasters/_rels/slideMaster21.xml.rels" ContentType="application/vnd.openxmlformats-package.relationships+xml"/>
  <Override PartName="/ppt/slideMasters/_rels/slideMaster20.xml.rels" ContentType="application/vnd.openxmlformats-package.relationships+xml"/>
  <Override PartName="/ppt/slideMasters/_rels/slideMaster9.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slideMaster2.xml" ContentType="application/vnd.openxmlformats-officedocument.presentationml.slideMaster+xml"/>
  <Override PartName="/ppt/slideMasters/slideMaster12.xml" ContentType="application/vnd.openxmlformats-officedocument.presentationml.slideMaster+xml"/>
  <Override PartName="/ppt/slideMasters/slideMaster3.xml" ContentType="application/vnd.openxmlformats-officedocument.presentationml.slideMaster+xml"/>
  <Override PartName="/ppt/slideMasters/slideMaster13.xml" ContentType="application/vnd.openxmlformats-officedocument.presentationml.slideMaster+xml"/>
  <Override PartName="/ppt/slideMasters/slideMaster4.xml" ContentType="application/vnd.openxmlformats-officedocument.presentationml.slideMaster+xml"/>
  <Override PartName="/ppt/slideMasters/slideMaster14.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xml" ContentType="application/vnd.openxmlformats-officedocument.presentationml.slideMaster+xml"/>
  <Override PartName="/ppt/slideMasters/slideMaster9.xml" ContentType="application/vnd.openxmlformats-officedocument.presentationml.slideMaster+xml"/>
  <Override PartName="/ppt/slideMasters/slideMaster24.xml" ContentType="application/vnd.openxmlformats-officedocument.presentationml.slideMaster+xml"/>
  <Override PartName="/ppt/slideMasters/slideMaster5.xml" ContentType="application/vnd.openxmlformats-officedocument.presentationml.slideMaster+xml"/>
  <Override PartName="/ppt/slideMasters/slideMaster20.xml" ContentType="application/vnd.openxmlformats-officedocument.presentationml.slideMaster+xml"/>
  <Override PartName="/ppt/slideMasters/slideMaster6.xml" ContentType="application/vnd.openxmlformats-officedocument.presentationml.slideMaster+xml"/>
  <Override PartName="/ppt/slideMasters/slideMaster21.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22.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23.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15.xml" ContentType="application/vnd.openxmlformats-officedocument.presentationml.slideMaster+xml"/>
  <Override PartName="/ppt/slideMasters/slideMaster25.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_rels/presentation.xml.rels" ContentType="application/vnd.openxmlformats-package.relationships+xml"/>
  <Override PartName="/ppt/slideLayouts/_rels/slideLayout25.xml.rels" ContentType="application/vnd.openxmlformats-package.relationships+xml"/>
  <Override PartName="/ppt/slideLayouts/_rels/slideLayout6.xml.rels" ContentType="application/vnd.openxmlformats-package.relationships+xml"/>
  <Override PartName="/ppt/slideLayouts/_rels/slideLayout11.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21.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10.xml.rels" ContentType="application/vnd.openxmlformats-package.relationships+xml"/>
  <Override PartName="/ppt/slideLayouts/_rels/slideLayout18.xml.rels" ContentType="application/vnd.openxmlformats-package.relationships+xml"/>
  <Override PartName="/ppt/slideLayouts/_rels/slideLayout7.xml.rels" ContentType="application/vnd.openxmlformats-package.relationships+xml"/>
  <Override PartName="/ppt/slideLayouts/_rels/slideLayout20.xml.rels" ContentType="application/vnd.openxmlformats-package.relationships+xml"/>
  <Override PartName="/ppt/slideLayouts/_rels/slideLayout12.xml.rels" ContentType="application/vnd.openxmlformats-package.relationships+xml"/>
  <Override PartName="/ppt/slideLayouts/_rels/slideLayout14.xml.rels" ContentType="application/vnd.openxmlformats-package.relationships+xml"/>
  <Override PartName="/ppt/slideLayouts/_rels/slideLayout22.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7.xml.rels" ContentType="application/vnd.openxmlformats-package.relationships+xml"/>
  <Override PartName="/ppt/slideLayouts/_rels/slideLayout4.xml.rels" ContentType="application/vnd.openxmlformats-package.relationships+xml"/>
  <Override PartName="/ppt/slideLayouts/_rels/slideLayout16.xml.rels" ContentType="application/vnd.openxmlformats-package.relationships+xml"/>
  <Override PartName="/ppt/slideLayouts/_rels/slideLayout3.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0.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21.xml" ContentType="application/vnd.openxmlformats-officedocument.presentationml.slideLayout+xml"/>
  <Override PartName="/ppt/slideLayouts/slideLayout12.xml" ContentType="application/vnd.openxmlformats-officedocument.presentationml.slideLayout+xml"/>
  <Override PartName="/ppt/slideLayouts/slideLayout2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23.xml" ContentType="application/vnd.openxmlformats-officedocument.presentationml.slideLayout+xml"/>
  <Override PartName="/ppt/slideLayouts/slideLayout13.xml" ContentType="application/vnd.openxmlformats-officedocument.presentationml.slideLayout+xml"/>
  <Override PartName="/ppt/slideLayouts/slideLayout19.xml" ContentType="application/vnd.openxmlformats-officedocument.presentationml.slideLayout+xml"/>
  <Override PartName="/ppt/slideLayouts/slideLayout25.xml" ContentType="application/vnd.openxmlformats-officedocument.presentationml.slideLayout+xml"/>
  <Override PartName="/ppt/media/image1.png" ContentType="image/png"/>
  <Override PartName="/ppt/media/image4.png" ContentType="image/png"/>
  <Override PartName="/ppt/media/image12.png" ContentType="image/png"/>
  <Override PartName="/ppt/media/image5.png" ContentType="image/png"/>
  <Override PartName="/ppt/media/image13.png" ContentType="image/png"/>
  <Override PartName="/ppt/media/image6.png" ContentType="image/png"/>
  <Override PartName="/ppt/media/image14.png" ContentType="image/png"/>
  <Override PartName="/ppt/media/image15.png" ContentType="image/png"/>
  <Override PartName="/ppt/media/image7.png" ContentType="image/png"/>
  <Override PartName="/ppt/media/image8.png" ContentType="image/png"/>
  <Override PartName="/ppt/media/image10.png" ContentType="image/png"/>
  <Override PartName="/ppt/media/image2.png" ContentType="image/png"/>
  <Override PartName="/ppt/media/image9.png" ContentType="image/png"/>
  <Override PartName="/ppt/media/image11.png" ContentType="image/png"/>
  <Override PartName="/ppt/media/image3.png" ContentType="image/png"/>
  <Override PartName="/ppt/slides/_rels/slide41.xml.rels" ContentType="application/vnd.openxmlformats-package.relationships+xml"/>
  <Override PartName="/ppt/slides/_rels/slide26.xml.rels" ContentType="application/vnd.openxmlformats-package.relationships+xml"/>
  <Override PartName="/ppt/slides/_rels/slide3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25.xml.rels" ContentType="application/vnd.openxmlformats-package.relationships+xml"/>
  <Override PartName="/ppt/slides/_rels/slide34.xml.rels" ContentType="application/vnd.openxmlformats-package.relationships+xml"/>
  <Override PartName="/ppt/slides/_rels/slide9.xml.rels" ContentType="application/vnd.openxmlformats-package.relationships+xml"/>
  <Override PartName="/ppt/slides/_rels/slide37.xml.rels" ContentType="application/vnd.openxmlformats-package.relationships+xml"/>
  <Override PartName="/ppt/slides/_rels/slide1.xml.rels" ContentType="application/vnd.openxmlformats-package.relationships+xml"/>
  <Override PartName="/ppt/slides/_rels/slide39.xml.rels" ContentType="application/vnd.openxmlformats-package.relationships+xml"/>
  <Override PartName="/ppt/slides/_rels/slide36.xml.rels" ContentType="application/vnd.openxmlformats-package.relationships+xml"/>
  <Override PartName="/ppt/slides/_rels/slide33.xml.rels" ContentType="application/vnd.openxmlformats-package.relationships+xml"/>
  <Override PartName="/ppt/slides/_rels/slide8.xml.rels" ContentType="application/vnd.openxmlformats-package.relationships+xml"/>
  <Override PartName="/ppt/slides/_rels/slide32.xml.rels" ContentType="application/vnd.openxmlformats-package.relationships+xml"/>
  <Override PartName="/ppt/slides/_rels/slide7.xml.rels" ContentType="application/vnd.openxmlformats-package.relationships+xml"/>
  <Override PartName="/ppt/slides/_rels/slide31.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30.xml.rels" ContentType="application/vnd.openxmlformats-package.relationships+xml"/>
  <Override PartName="/ppt/slides/_rels/slide15.xml.rels" ContentType="application/vnd.openxmlformats-package.relationships+xml"/>
  <Override PartName="/ppt/slides/_rels/slide28.xml.rels" ContentType="application/vnd.openxmlformats-package.relationships+xml"/>
  <Override PartName="/ppt/slides/_rels/slide27.xml.rels" ContentType="application/vnd.openxmlformats-package.relationships+xml"/>
  <Override PartName="/ppt/slides/_rels/slide24.xml.rels" ContentType="application/vnd.openxmlformats-package.relationships+xml"/>
  <Override PartName="/ppt/slides/_rels/slide23.xml.rels" ContentType="application/vnd.openxmlformats-package.relationships+xml"/>
  <Override PartName="/ppt/slides/_rels/slide22.xml.rels" ContentType="application/vnd.openxmlformats-package.relationships+xml"/>
  <Override PartName="/ppt/slides/_rels/slide14.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29.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slide16.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6.xml" ContentType="application/vnd.openxmlformats-officedocument.presentationml.slide+xml"/>
  <Override PartName="/ppt/slides/slide39.xml" ContentType="application/vnd.openxmlformats-officedocument.presentationml.slide+xml"/>
  <Override PartName="/ppt/slides/slide37.xml" ContentType="application/vnd.openxmlformats-officedocument.presentationml.slide+xml"/>
  <Override PartName="/ppt/slides/slide34.xml" ContentType="application/vnd.openxmlformats-officedocument.presentationml.slide+xml"/>
  <Override PartName="/ppt/slides/slide25.xml" ContentType="application/vnd.openxmlformats-officedocument.presentationml.slide+xml"/>
  <Override PartName="/ppt/slides/slide40.xml" ContentType="application/vnd.openxmlformats-officedocument.presentationml.slide+xml"/>
  <Override PartName="/ppt/slides/slide38.xml" ContentType="application/vnd.openxmlformats-officedocument.presentationml.slide+xml"/>
  <Override PartName="/ppt/slides/slide35.xml" ContentType="application/vnd.openxmlformats-officedocument.presentationml.slide+xml"/>
  <Override PartName="/ppt/slides/slide26.xml" ContentType="application/vnd.openxmlformats-officedocument.presentationml.slide+xml"/>
  <Override PartName="/ppt/slides/slide41.xml" ContentType="application/vnd.openxmlformats-officedocument.presentationml.slide+xml"/>
  <Override PartName="/ppt/notesSlides/notesSlide2.xml" ContentType="application/vnd.openxmlformats-officedocument.presentationml.notesSlide+xml"/>
  <Override PartName="/ppt/notesSlides/notesSlide38.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39.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15.xml" ContentType="application/vnd.openxmlformats-officedocument.presentationml.notesSlide+xml"/>
  <Override PartName="/ppt/notesSlides/notesSlide30.xml" ContentType="application/vnd.openxmlformats-officedocument.presentationml.notesSlide+xml"/>
  <Override PartName="/ppt/notesSlides/notesSlide16.xml" ContentType="application/vnd.openxmlformats-officedocument.presentationml.notesSlide+xml"/>
  <Override PartName="/ppt/notesSlides/notesSlide31.xml" ContentType="application/vnd.openxmlformats-officedocument.presentationml.notesSlide+xml"/>
  <Override PartName="/ppt/notesSlides/notesSlide17.xml" ContentType="application/vnd.openxmlformats-officedocument.presentationml.notesSlide+xml"/>
  <Override PartName="/ppt/notesSlides/_rels/notesSlide37.xml.rels" ContentType="application/vnd.openxmlformats-package.relationships+xml"/>
  <Override PartName="/ppt/notesSlides/_rels/notesSlide36.xml.rels" ContentType="application/vnd.openxmlformats-package.relationships+xml"/>
  <Override PartName="/ppt/notesSlides/_rels/notesSlide35.xml.rels" ContentType="application/vnd.openxmlformats-package.relationships+xml"/>
  <Override PartName="/ppt/notesSlides/_rels/notesSlide29.xml.rels" ContentType="application/vnd.openxmlformats-package.relationships+xml"/>
  <Override PartName="/ppt/notesSlides/_rels/notesSlide34.xml.rels" ContentType="application/vnd.openxmlformats-package.relationships+xml"/>
  <Override PartName="/ppt/notesSlides/_rels/notesSlide19.xml.rels" ContentType="application/vnd.openxmlformats-package.relationships+xml"/>
  <Override PartName="/ppt/notesSlides/_rels/notesSlide8.xml.rels" ContentType="application/vnd.openxmlformats-package.relationships+xml"/>
  <Override PartName="/ppt/notesSlides/_rels/notesSlide40.xml.rels" ContentType="application/vnd.openxmlformats-package.relationships+xml"/>
  <Override PartName="/ppt/notesSlides/_rels/notesSlide28.xml.rels" ContentType="application/vnd.openxmlformats-package.relationships+xml"/>
  <Override PartName="/ppt/notesSlides/_rels/notesSlide33.xml.rels" ContentType="application/vnd.openxmlformats-package.relationships+xml"/>
  <Override PartName="/ppt/notesSlides/_rels/notesSlide18.xml.rels" ContentType="application/vnd.openxmlformats-package.relationships+xml"/>
  <Override PartName="/ppt/notesSlides/_rels/notesSlide7.xml.rels" ContentType="application/vnd.openxmlformats-package.relationships+xml"/>
  <Override PartName="/ppt/notesSlides/_rels/notesSlide32.xml.rels" ContentType="application/vnd.openxmlformats-package.relationships+xml"/>
  <Override PartName="/ppt/notesSlides/_rels/notesSlide17.xml.rels" ContentType="application/vnd.openxmlformats-package.relationships+xml"/>
  <Override PartName="/ppt/notesSlides/_rels/notesSlide6.xml.rels" ContentType="application/vnd.openxmlformats-package.relationships+xml"/>
  <Override PartName="/ppt/notesSlides/_rels/notesSlide31.xml.rels" ContentType="application/vnd.openxmlformats-package.relationships+xml"/>
  <Override PartName="/ppt/notesSlides/_rels/notesSlide27.xml.rels" ContentType="application/vnd.openxmlformats-package.relationships+xml"/>
  <Override PartName="/ppt/notesSlides/_rels/notesSlide26.xml.rels" ContentType="application/vnd.openxmlformats-package.relationships+xml"/>
  <Override PartName="/ppt/notesSlides/_rels/notesSlide5.xml.rels" ContentType="application/vnd.openxmlformats-package.relationships+xml"/>
  <Override PartName="/ppt/notesSlides/_rels/notesSlide16.xml.rels" ContentType="application/vnd.openxmlformats-package.relationships+xml"/>
  <Override PartName="/ppt/notesSlides/_rels/notesSlide30.xml.rels" ContentType="application/vnd.openxmlformats-package.relationships+xml"/>
  <Override PartName="/ppt/notesSlides/_rels/notesSlide4.xml.rels" ContentType="application/vnd.openxmlformats-package.relationships+xml"/>
  <Override PartName="/ppt/notesSlides/_rels/notesSlide15.xml.rels" ContentType="application/vnd.openxmlformats-package.relationships+xml"/>
  <Override PartName="/ppt/notesSlides/_rels/notesSlide3.xml.rels" ContentType="application/vnd.openxmlformats-package.relationships+xml"/>
  <Override PartName="/ppt/notesSlides/_rels/notesSlide14.xml.rels" ContentType="application/vnd.openxmlformats-package.relationships+xml"/>
  <Override PartName="/ppt/notesSlides/_rels/notesSlide2.xml.rels" ContentType="application/vnd.openxmlformats-package.relationships+xml"/>
  <Override PartName="/ppt/notesSlides/_rels/notesSlide13.xml.rels" ContentType="application/vnd.openxmlformats-package.relationships+xml"/>
  <Override PartName="/ppt/notesSlides/_rels/notesSlide21.xml.rels" ContentType="application/vnd.openxmlformats-package.relationships+xml"/>
  <Override PartName="/ppt/notesSlides/_rels/notesSlide11.xml.rels" ContentType="application/vnd.openxmlformats-package.relationships+xml"/>
  <Override PartName="/ppt/notesSlides/_rels/notesSlide25.xml.rels" ContentType="application/vnd.openxmlformats-package.relationships+xml"/>
  <Override PartName="/ppt/notesSlides/_rels/notesSlide10.xml.rels" ContentType="application/vnd.openxmlformats-package.relationships+xml"/>
  <Override PartName="/ppt/notesSlides/_rels/notesSlide9.xml.rels" ContentType="application/vnd.openxmlformats-package.relationships+xml"/>
  <Override PartName="/ppt/notesSlides/_rels/notesSlide24.xml.rels" ContentType="application/vnd.openxmlformats-package.relationships+xml"/>
  <Override PartName="/ppt/notesSlides/_rels/notesSlide23.xml.rels" ContentType="application/vnd.openxmlformats-package.relationships+xml"/>
  <Override PartName="/ppt/notesSlides/_rels/notesSlide22.xml.rels" ContentType="application/vnd.openxmlformats-package.relationships+xml"/>
  <Override PartName="/ppt/notesSlides/_rels/notesSlide20.xml.rels" ContentType="application/vnd.openxmlformats-package.relationships+xml"/>
  <Override PartName="/ppt/notesSlides/_rels/notesSlide39.xml.rels" ContentType="application/vnd.openxmlformats-package.relationships+xml"/>
  <Override PartName="/ppt/notesSlides/_rels/notesSlide12.xml.rels" ContentType="application/vnd.openxmlformats-package.relationships+xml"/>
  <Override PartName="/ppt/notesSlides/_rels/notesSlide38.xml.rels" ContentType="application/vnd.openxmlformats-package.relationships+xml"/>
  <Override PartName="/ppt/notesSlides/notesSlide32.xml" ContentType="application/vnd.openxmlformats-officedocument.presentationml.notesSlide+xml"/>
  <Override PartName="/ppt/notesSlides/notesSlide18.xml" ContentType="application/vnd.openxmlformats-officedocument.presentationml.notesSlide+xml"/>
  <Override PartName="/ppt/notesSlides/notesSlide33.xml" ContentType="application/vnd.openxmlformats-officedocument.presentationml.notesSlide+xml"/>
  <Override PartName="/ppt/notesSlides/notesSlide28.xml" ContentType="application/vnd.openxmlformats-officedocument.presentationml.notesSlide+xml"/>
  <Override PartName="/ppt/notesSlides/notesSlide40.xml" ContentType="application/vnd.openxmlformats-officedocument.presentationml.notesSlide+xml"/>
  <Override PartName="/ppt/notesSlides/notesSlide19.xml" ContentType="application/vnd.openxmlformats-officedocument.presentationml.notesSlide+xml"/>
  <Override PartName="/ppt/notesSlides/notesSlide34.xml" ContentType="application/vnd.openxmlformats-officedocument.presentationml.notesSlide+xml"/>
  <Override PartName="/ppt/notesSlides/notesSlide29.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Lst>
  <p:notesMasterIdLst>
    <p:notesMasterId r:id="rId27"/>
  </p:notesMasterIdLst>
  <p:sldIdLst>
    <p:sldId id="256" r:id="rId28"/>
    <p:sldId id="257" r:id="rId29"/>
    <p:sldId id="258" r:id="rId30"/>
    <p:sldId id="259" r:id="rId31"/>
    <p:sldId id="260" r:id="rId32"/>
    <p:sldId id="261" r:id="rId33"/>
    <p:sldId id="262" r:id="rId34"/>
    <p:sldId id="263" r:id="rId35"/>
    <p:sldId id="264" r:id="rId36"/>
    <p:sldId id="265" r:id="rId37"/>
    <p:sldId id="266" r:id="rId38"/>
    <p:sldId id="267" r:id="rId39"/>
    <p:sldId id="268" r:id="rId40"/>
    <p:sldId id="269" r:id="rId41"/>
    <p:sldId id="270" r:id="rId42"/>
    <p:sldId id="271" r:id="rId43"/>
    <p:sldId id="272" r:id="rId44"/>
    <p:sldId id="273" r:id="rId45"/>
    <p:sldId id="274" r:id="rId46"/>
    <p:sldId id="275" r:id="rId47"/>
    <p:sldId id="276" r:id="rId48"/>
    <p:sldId id="277" r:id="rId49"/>
    <p:sldId id="278" r:id="rId50"/>
    <p:sldId id="279" r:id="rId51"/>
    <p:sldId id="280" r:id="rId52"/>
    <p:sldId id="281" r:id="rId53"/>
    <p:sldId id="282" r:id="rId54"/>
    <p:sldId id="283" r:id="rId55"/>
    <p:sldId id="284" r:id="rId56"/>
    <p:sldId id="285" r:id="rId57"/>
    <p:sldId id="286" r:id="rId58"/>
    <p:sldId id="287" r:id="rId59"/>
    <p:sldId id="288" r:id="rId60"/>
    <p:sldId id="289" r:id="rId61"/>
    <p:sldId id="290" r:id="rId62"/>
    <p:sldId id="291" r:id="rId63"/>
    <p:sldId id="292" r:id="rId64"/>
    <p:sldId id="293" r:id="rId65"/>
    <p:sldId id="294" r:id="rId66"/>
    <p:sldId id="295" r:id="rId67"/>
    <p:sldId id="296" r:id="rId68"/>
  </p:sldIdLst>
  <p:sldSz cx="9144000" cy="6858000"/>
  <p:notesSz cx="6654800" cy="86725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notesMaster" Target="notesMasters/notesMaster1.xml"/><Relationship Id="rId28" Type="http://schemas.openxmlformats.org/officeDocument/2006/relationships/slide" Target="slides/slide1.xml"/><Relationship Id="rId29" Type="http://schemas.openxmlformats.org/officeDocument/2006/relationships/slide" Target="slides/slide2.xml"/><Relationship Id="rId30" Type="http://schemas.openxmlformats.org/officeDocument/2006/relationships/slide" Target="slides/slide3.xml"/><Relationship Id="rId31" Type="http://schemas.openxmlformats.org/officeDocument/2006/relationships/slide" Target="slides/slide4.xml"/><Relationship Id="rId32" Type="http://schemas.openxmlformats.org/officeDocument/2006/relationships/slide" Target="slides/slide5.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37" Type="http://schemas.openxmlformats.org/officeDocument/2006/relationships/slide" Target="slides/slide10.xml"/><Relationship Id="rId38" Type="http://schemas.openxmlformats.org/officeDocument/2006/relationships/slide" Target="slides/slide11.xml"/><Relationship Id="rId39" Type="http://schemas.openxmlformats.org/officeDocument/2006/relationships/slide" Target="slides/slide12.xml"/><Relationship Id="rId40" Type="http://schemas.openxmlformats.org/officeDocument/2006/relationships/slide" Target="slides/slide13.xml"/><Relationship Id="rId41" Type="http://schemas.openxmlformats.org/officeDocument/2006/relationships/slide" Target="slides/slide14.xml"/><Relationship Id="rId42" Type="http://schemas.openxmlformats.org/officeDocument/2006/relationships/slide" Target="slides/slide15.xml"/><Relationship Id="rId43" Type="http://schemas.openxmlformats.org/officeDocument/2006/relationships/slide" Target="slides/slide16.xml"/><Relationship Id="rId44" Type="http://schemas.openxmlformats.org/officeDocument/2006/relationships/slide" Target="slides/slide17.xml"/><Relationship Id="rId45" Type="http://schemas.openxmlformats.org/officeDocument/2006/relationships/slide" Target="slides/slide18.xml"/><Relationship Id="rId46" Type="http://schemas.openxmlformats.org/officeDocument/2006/relationships/slide" Target="slides/slide19.xml"/><Relationship Id="rId47"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 Id="rId52" Type="http://schemas.openxmlformats.org/officeDocument/2006/relationships/slide" Target="slides/slide25.xml"/><Relationship Id="rId53" Type="http://schemas.openxmlformats.org/officeDocument/2006/relationships/slide" Target="slides/slide26.xml"/><Relationship Id="rId54" Type="http://schemas.openxmlformats.org/officeDocument/2006/relationships/slide" Target="slides/slide27.xml"/><Relationship Id="rId55" Type="http://schemas.openxmlformats.org/officeDocument/2006/relationships/slide" Target="slides/slide28.xml"/><Relationship Id="rId56" Type="http://schemas.openxmlformats.org/officeDocument/2006/relationships/slide" Target="slides/slide29.xml"/><Relationship Id="rId57" Type="http://schemas.openxmlformats.org/officeDocument/2006/relationships/slide" Target="slides/slide30.xml"/><Relationship Id="rId58" Type="http://schemas.openxmlformats.org/officeDocument/2006/relationships/slide" Target="slides/slide31.xml"/><Relationship Id="rId59" Type="http://schemas.openxmlformats.org/officeDocument/2006/relationships/slide" Target="slides/slide32.xml"/><Relationship Id="rId60" Type="http://schemas.openxmlformats.org/officeDocument/2006/relationships/slide" Target="slides/slide33.xml"/><Relationship Id="rId61" Type="http://schemas.openxmlformats.org/officeDocument/2006/relationships/slide" Target="slides/slide34.xml"/><Relationship Id="rId62" Type="http://schemas.openxmlformats.org/officeDocument/2006/relationships/slide" Target="slides/slide35.xml"/><Relationship Id="rId63" Type="http://schemas.openxmlformats.org/officeDocument/2006/relationships/slide" Target="slides/slide36.xml"/><Relationship Id="rId64" Type="http://schemas.openxmlformats.org/officeDocument/2006/relationships/slide" Target="slides/slide37.xml"/><Relationship Id="rId65" Type="http://schemas.openxmlformats.org/officeDocument/2006/relationships/slide" Target="slides/slide38.xml"/><Relationship Id="rId66" Type="http://schemas.openxmlformats.org/officeDocument/2006/relationships/slide" Target="slides/slide39.xml"/><Relationship Id="rId67" Type="http://schemas.openxmlformats.org/officeDocument/2006/relationships/slide" Target="slides/slide40.xml"/><Relationship Id="rId68" Type="http://schemas.openxmlformats.org/officeDocument/2006/relationships/slide" Target="slides/slide41.xml"/><Relationship Id="rId6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1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1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41" name="PlaceHolder 4"/>
          <p:cNvSpPr>
            <a:spLocks noGrp="1"/>
          </p:cNvSpPr>
          <p:nvPr>
            <p:ph type="dt" idx="72"/>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42" name="PlaceHolder 5"/>
          <p:cNvSpPr>
            <a:spLocks noGrp="1"/>
          </p:cNvSpPr>
          <p:nvPr>
            <p:ph type="ftr" idx="73"/>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3" name="PlaceHolder 6"/>
          <p:cNvSpPr>
            <a:spLocks noGrp="1"/>
          </p:cNvSpPr>
          <p:nvPr>
            <p:ph type="sldNum" idx="74"/>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0F2418E8-5342-43DE-92E1-5EA5941BF08E}"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sldImg"/>
          </p:nvPr>
        </p:nvSpPr>
        <p:spPr>
          <a:xfrm>
            <a:off x="1376280" y="1084320"/>
            <a:ext cx="3900960" cy="2926440"/>
          </a:xfrm>
          <a:prstGeom prst="rect">
            <a:avLst/>
          </a:prstGeom>
          <a:ln w="0">
            <a:noFill/>
          </a:ln>
        </p:spPr>
      </p:sp>
      <p:sp>
        <p:nvSpPr>
          <p:cNvPr id="407"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08" name="PlaceHolder 3"/>
          <p:cNvSpPr>
            <a:spLocks noGrp="1"/>
          </p:cNvSpPr>
          <p:nvPr>
            <p:ph type="sldNum" idx="75"/>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366C17F6-4BD1-4525-B1A8-C246E46E04A2}"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Img"/>
          </p:nvPr>
        </p:nvSpPr>
        <p:spPr>
          <a:xfrm>
            <a:off x="1376280" y="1084320"/>
            <a:ext cx="3900960" cy="2926440"/>
          </a:xfrm>
          <a:prstGeom prst="rect">
            <a:avLst/>
          </a:prstGeom>
          <a:ln w="0">
            <a:noFill/>
          </a:ln>
        </p:spPr>
      </p:sp>
      <p:sp>
        <p:nvSpPr>
          <p:cNvPr id="410"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11" name="PlaceHolder 3"/>
          <p:cNvSpPr>
            <a:spLocks noGrp="1"/>
          </p:cNvSpPr>
          <p:nvPr>
            <p:ph type="sldNum" idx="76"/>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58E31E1E-A6D1-46C7-BD84-C9FC20F61AF8}"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sldImg"/>
          </p:nvPr>
        </p:nvSpPr>
        <p:spPr>
          <a:xfrm>
            <a:off x="1376280" y="1084320"/>
            <a:ext cx="3900960" cy="2926440"/>
          </a:xfrm>
          <a:prstGeom prst="rect">
            <a:avLst/>
          </a:prstGeom>
          <a:ln w="0">
            <a:noFill/>
          </a:ln>
        </p:spPr>
      </p:sp>
      <p:sp>
        <p:nvSpPr>
          <p:cNvPr id="413"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14" name="PlaceHolder 3"/>
          <p:cNvSpPr>
            <a:spLocks noGrp="1"/>
          </p:cNvSpPr>
          <p:nvPr>
            <p:ph type="sldNum" idx="77"/>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0190110C-5EEE-4273-9B7D-87B540DA47D2}"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sldImg"/>
          </p:nvPr>
        </p:nvSpPr>
        <p:spPr>
          <a:xfrm>
            <a:off x="1376280" y="1084320"/>
            <a:ext cx="3900960" cy="2926440"/>
          </a:xfrm>
          <a:prstGeom prst="rect">
            <a:avLst/>
          </a:prstGeom>
          <a:ln w="0">
            <a:noFill/>
          </a:ln>
        </p:spPr>
      </p:sp>
      <p:sp>
        <p:nvSpPr>
          <p:cNvPr id="416"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17" name="PlaceHolder 3"/>
          <p:cNvSpPr>
            <a:spLocks noGrp="1"/>
          </p:cNvSpPr>
          <p:nvPr>
            <p:ph type="sldNum" idx="78"/>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48EEADFC-85FF-4B90-A4B9-7F6B7C213CD5}"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sldImg"/>
          </p:nvPr>
        </p:nvSpPr>
        <p:spPr>
          <a:xfrm>
            <a:off x="1376280" y="1084320"/>
            <a:ext cx="3900960" cy="2926440"/>
          </a:xfrm>
          <a:prstGeom prst="rect">
            <a:avLst/>
          </a:prstGeom>
          <a:ln w="0">
            <a:noFill/>
          </a:ln>
        </p:spPr>
      </p:sp>
      <p:sp>
        <p:nvSpPr>
          <p:cNvPr id="419"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20" name="PlaceHolder 3"/>
          <p:cNvSpPr>
            <a:spLocks noGrp="1"/>
          </p:cNvSpPr>
          <p:nvPr>
            <p:ph type="sldNum" idx="79"/>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A52209AC-D9A6-4F76-886F-53A7C7988F6C}"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Img"/>
          </p:nvPr>
        </p:nvSpPr>
        <p:spPr>
          <a:xfrm>
            <a:off x="1376280" y="1084320"/>
            <a:ext cx="3900960" cy="2926440"/>
          </a:xfrm>
          <a:prstGeom prst="rect">
            <a:avLst/>
          </a:prstGeom>
          <a:ln w="0">
            <a:noFill/>
          </a:ln>
        </p:spPr>
      </p:sp>
      <p:sp>
        <p:nvSpPr>
          <p:cNvPr id="422"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23" name="PlaceHolder 3"/>
          <p:cNvSpPr>
            <a:spLocks noGrp="1"/>
          </p:cNvSpPr>
          <p:nvPr>
            <p:ph type="sldNum" idx="80"/>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102C3DB0-F943-47A5-AFB8-52BC73F0DAB4}"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Img"/>
          </p:nvPr>
        </p:nvSpPr>
        <p:spPr>
          <a:xfrm>
            <a:off x="1376280" y="1084320"/>
            <a:ext cx="3900960" cy="2926440"/>
          </a:xfrm>
          <a:prstGeom prst="rect">
            <a:avLst/>
          </a:prstGeom>
          <a:ln w="0">
            <a:noFill/>
          </a:ln>
        </p:spPr>
      </p:sp>
      <p:sp>
        <p:nvSpPr>
          <p:cNvPr id="425"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26" name="PlaceHolder 3"/>
          <p:cNvSpPr>
            <a:spLocks noGrp="1"/>
          </p:cNvSpPr>
          <p:nvPr>
            <p:ph type="sldNum" idx="81"/>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C7BA1BDE-477E-420F-8D4C-C1AF9C06F662}"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Img"/>
          </p:nvPr>
        </p:nvSpPr>
        <p:spPr>
          <a:xfrm>
            <a:off x="1376280" y="1084320"/>
            <a:ext cx="3900960" cy="2926440"/>
          </a:xfrm>
          <a:prstGeom prst="rect">
            <a:avLst/>
          </a:prstGeom>
          <a:ln w="0">
            <a:noFill/>
          </a:ln>
        </p:spPr>
      </p:sp>
      <p:sp>
        <p:nvSpPr>
          <p:cNvPr id="428"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29" name="PlaceHolder 3"/>
          <p:cNvSpPr>
            <a:spLocks noGrp="1"/>
          </p:cNvSpPr>
          <p:nvPr>
            <p:ph type="sldNum" idx="82"/>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B576247A-E9F0-4AEA-AC07-7384D4C773F7}"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Img"/>
          </p:nvPr>
        </p:nvSpPr>
        <p:spPr>
          <a:xfrm>
            <a:off x="1376280" y="1084320"/>
            <a:ext cx="3900960" cy="2926440"/>
          </a:xfrm>
          <a:prstGeom prst="rect">
            <a:avLst/>
          </a:prstGeom>
          <a:ln w="0">
            <a:noFill/>
          </a:ln>
        </p:spPr>
      </p:sp>
      <p:sp>
        <p:nvSpPr>
          <p:cNvPr id="431"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32" name="PlaceHolder 3"/>
          <p:cNvSpPr>
            <a:spLocks noGrp="1"/>
          </p:cNvSpPr>
          <p:nvPr>
            <p:ph type="sldNum" idx="83"/>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F5962809-D58B-4019-A69F-98F8671DECC2}"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sldImg"/>
          </p:nvPr>
        </p:nvSpPr>
        <p:spPr>
          <a:xfrm>
            <a:off x="1376280" y="1084320"/>
            <a:ext cx="3900960" cy="2926440"/>
          </a:xfrm>
          <a:prstGeom prst="rect">
            <a:avLst/>
          </a:prstGeom>
          <a:ln w="0">
            <a:noFill/>
          </a:ln>
        </p:spPr>
      </p:sp>
      <p:sp>
        <p:nvSpPr>
          <p:cNvPr id="434"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35" name="PlaceHolder 3"/>
          <p:cNvSpPr>
            <a:spLocks noGrp="1"/>
          </p:cNvSpPr>
          <p:nvPr>
            <p:ph type="sldNum" idx="84"/>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5137A2F5-9149-4BB4-97C5-29087D63D171}"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sldImg"/>
          </p:nvPr>
        </p:nvSpPr>
        <p:spPr>
          <a:xfrm>
            <a:off x="1376280" y="1084320"/>
            <a:ext cx="3900960" cy="2926440"/>
          </a:xfrm>
          <a:prstGeom prst="rect">
            <a:avLst/>
          </a:prstGeom>
          <a:ln w="0">
            <a:noFill/>
          </a:ln>
        </p:spPr>
      </p:sp>
      <p:sp>
        <p:nvSpPr>
          <p:cNvPr id="437"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38" name="PlaceHolder 3"/>
          <p:cNvSpPr>
            <a:spLocks noGrp="1"/>
          </p:cNvSpPr>
          <p:nvPr>
            <p:ph type="sldNum" idx="85"/>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58DEF02A-BBE9-48D9-80CB-1F92BBF05EC8}"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PlaceHolder 1"/>
          <p:cNvSpPr>
            <a:spLocks noGrp="1"/>
          </p:cNvSpPr>
          <p:nvPr>
            <p:ph type="sldImg"/>
          </p:nvPr>
        </p:nvSpPr>
        <p:spPr>
          <a:xfrm>
            <a:off x="1376280" y="1084320"/>
            <a:ext cx="3900960" cy="2926440"/>
          </a:xfrm>
          <a:prstGeom prst="rect">
            <a:avLst/>
          </a:prstGeom>
          <a:ln w="0">
            <a:noFill/>
          </a:ln>
        </p:spPr>
      </p:sp>
      <p:sp>
        <p:nvSpPr>
          <p:cNvPr id="440"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41" name="PlaceHolder 3"/>
          <p:cNvSpPr>
            <a:spLocks noGrp="1"/>
          </p:cNvSpPr>
          <p:nvPr>
            <p:ph type="sldNum" idx="86"/>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FF6796B3-59CE-4215-8ADF-8A51612AC432}"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sldImg"/>
          </p:nvPr>
        </p:nvSpPr>
        <p:spPr>
          <a:xfrm>
            <a:off x="1376280" y="1084320"/>
            <a:ext cx="3900960" cy="2926440"/>
          </a:xfrm>
          <a:prstGeom prst="rect">
            <a:avLst/>
          </a:prstGeom>
          <a:ln w="0">
            <a:noFill/>
          </a:ln>
        </p:spPr>
      </p:sp>
      <p:sp>
        <p:nvSpPr>
          <p:cNvPr id="443"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44" name="PlaceHolder 3"/>
          <p:cNvSpPr>
            <a:spLocks noGrp="1"/>
          </p:cNvSpPr>
          <p:nvPr>
            <p:ph type="sldNum" idx="87"/>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89E10821-6FB6-4785-A520-95A0BA8EEDA6}"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sldImg"/>
          </p:nvPr>
        </p:nvSpPr>
        <p:spPr>
          <a:xfrm>
            <a:off x="1376280" y="1084320"/>
            <a:ext cx="3900960" cy="2926440"/>
          </a:xfrm>
          <a:prstGeom prst="rect">
            <a:avLst/>
          </a:prstGeom>
          <a:ln w="0">
            <a:noFill/>
          </a:ln>
        </p:spPr>
      </p:sp>
      <p:sp>
        <p:nvSpPr>
          <p:cNvPr id="446"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47" name="PlaceHolder 3"/>
          <p:cNvSpPr>
            <a:spLocks noGrp="1"/>
          </p:cNvSpPr>
          <p:nvPr>
            <p:ph type="sldNum" idx="88"/>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CF10BBBF-AACA-47B3-A5DA-ABE1AA25B3C7}"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sldImg"/>
          </p:nvPr>
        </p:nvSpPr>
        <p:spPr>
          <a:xfrm>
            <a:off x="1376280" y="1084320"/>
            <a:ext cx="3900960" cy="2926440"/>
          </a:xfrm>
          <a:prstGeom prst="rect">
            <a:avLst/>
          </a:prstGeom>
          <a:ln w="0">
            <a:noFill/>
          </a:ln>
        </p:spPr>
      </p:sp>
      <p:sp>
        <p:nvSpPr>
          <p:cNvPr id="449"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50" name="PlaceHolder 3"/>
          <p:cNvSpPr>
            <a:spLocks noGrp="1"/>
          </p:cNvSpPr>
          <p:nvPr>
            <p:ph type="sldNum" idx="89"/>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B8A3CD87-BEC1-42F3-AFBA-16C8EA9A628E}"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sldImg"/>
          </p:nvPr>
        </p:nvSpPr>
        <p:spPr>
          <a:xfrm>
            <a:off x="1376280" y="1084320"/>
            <a:ext cx="3900960" cy="2926440"/>
          </a:xfrm>
          <a:prstGeom prst="rect">
            <a:avLst/>
          </a:prstGeom>
          <a:ln w="0">
            <a:noFill/>
          </a:ln>
        </p:spPr>
      </p:sp>
      <p:sp>
        <p:nvSpPr>
          <p:cNvPr id="452"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53" name="PlaceHolder 3"/>
          <p:cNvSpPr>
            <a:spLocks noGrp="1"/>
          </p:cNvSpPr>
          <p:nvPr>
            <p:ph type="sldNum" idx="90"/>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BF442DC0-2C9B-46BA-9416-A75888F21B26}"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sldImg"/>
          </p:nvPr>
        </p:nvSpPr>
        <p:spPr>
          <a:xfrm>
            <a:off x="1376280" y="1084320"/>
            <a:ext cx="3900960" cy="2926440"/>
          </a:xfrm>
          <a:prstGeom prst="rect">
            <a:avLst/>
          </a:prstGeom>
          <a:ln w="0">
            <a:noFill/>
          </a:ln>
        </p:spPr>
      </p:sp>
      <p:sp>
        <p:nvSpPr>
          <p:cNvPr id="455"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56" name="PlaceHolder 3"/>
          <p:cNvSpPr>
            <a:spLocks noGrp="1"/>
          </p:cNvSpPr>
          <p:nvPr>
            <p:ph type="sldNum" idx="91"/>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D533FDFB-8216-4E0E-AEA2-E6A245786778}"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1376280" y="1084320"/>
            <a:ext cx="3900960" cy="2926440"/>
          </a:xfrm>
          <a:prstGeom prst="rect">
            <a:avLst/>
          </a:prstGeom>
          <a:ln w="0">
            <a:noFill/>
          </a:ln>
        </p:spPr>
      </p:sp>
      <p:sp>
        <p:nvSpPr>
          <p:cNvPr id="458"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59" name="PlaceHolder 3"/>
          <p:cNvSpPr>
            <a:spLocks noGrp="1"/>
          </p:cNvSpPr>
          <p:nvPr>
            <p:ph type="sldNum" idx="92"/>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04865963-C339-4408-A34E-D48F0DDD71D1}"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ldImg"/>
          </p:nvPr>
        </p:nvSpPr>
        <p:spPr>
          <a:xfrm>
            <a:off x="1376280" y="1084320"/>
            <a:ext cx="3900960" cy="2926440"/>
          </a:xfrm>
          <a:prstGeom prst="rect">
            <a:avLst/>
          </a:prstGeom>
          <a:ln w="0">
            <a:noFill/>
          </a:ln>
        </p:spPr>
      </p:sp>
      <p:sp>
        <p:nvSpPr>
          <p:cNvPr id="461"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62" name="PlaceHolder 3"/>
          <p:cNvSpPr>
            <a:spLocks noGrp="1"/>
          </p:cNvSpPr>
          <p:nvPr>
            <p:ph type="sldNum" idx="93"/>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AF5CFB49-312E-4286-936D-2446E0BEB293}"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sldImg"/>
          </p:nvPr>
        </p:nvSpPr>
        <p:spPr>
          <a:xfrm>
            <a:off x="1376280" y="1084320"/>
            <a:ext cx="3900960" cy="2926440"/>
          </a:xfrm>
          <a:prstGeom prst="rect">
            <a:avLst/>
          </a:prstGeom>
          <a:ln w="0">
            <a:noFill/>
          </a:ln>
        </p:spPr>
      </p:sp>
      <p:sp>
        <p:nvSpPr>
          <p:cNvPr id="464"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65" name="PlaceHolder 3"/>
          <p:cNvSpPr>
            <a:spLocks noGrp="1"/>
          </p:cNvSpPr>
          <p:nvPr>
            <p:ph type="sldNum" idx="94"/>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987AB848-83E0-4171-8E1D-63D14127DF84}"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sldImg"/>
          </p:nvPr>
        </p:nvSpPr>
        <p:spPr>
          <a:xfrm>
            <a:off x="1376280" y="1084320"/>
            <a:ext cx="3900960" cy="2926440"/>
          </a:xfrm>
          <a:prstGeom prst="rect">
            <a:avLst/>
          </a:prstGeom>
          <a:ln w="0">
            <a:noFill/>
          </a:ln>
        </p:spPr>
      </p:sp>
      <p:sp>
        <p:nvSpPr>
          <p:cNvPr id="467"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68" name="PlaceHolder 3"/>
          <p:cNvSpPr>
            <a:spLocks noGrp="1"/>
          </p:cNvSpPr>
          <p:nvPr>
            <p:ph type="sldNum" idx="95"/>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50CE4608-D22D-4139-AAB5-06B4AE98A682}"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sldImg"/>
          </p:nvPr>
        </p:nvSpPr>
        <p:spPr>
          <a:xfrm>
            <a:off x="1376280" y="1084320"/>
            <a:ext cx="3900960" cy="2926440"/>
          </a:xfrm>
          <a:prstGeom prst="rect">
            <a:avLst/>
          </a:prstGeom>
          <a:ln w="0">
            <a:noFill/>
          </a:ln>
        </p:spPr>
      </p:sp>
      <p:sp>
        <p:nvSpPr>
          <p:cNvPr id="470"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71" name="PlaceHolder 3"/>
          <p:cNvSpPr>
            <a:spLocks noGrp="1"/>
          </p:cNvSpPr>
          <p:nvPr>
            <p:ph type="sldNum" idx="96"/>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FFCDE990-E05A-4EC9-9076-A3840375966E}"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1376280" y="1084320"/>
            <a:ext cx="3900960" cy="2926440"/>
          </a:xfrm>
          <a:prstGeom prst="rect">
            <a:avLst/>
          </a:prstGeom>
          <a:ln w="0">
            <a:noFill/>
          </a:ln>
        </p:spPr>
      </p:sp>
      <p:sp>
        <p:nvSpPr>
          <p:cNvPr id="473"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74" name="PlaceHolder 3"/>
          <p:cNvSpPr>
            <a:spLocks noGrp="1"/>
          </p:cNvSpPr>
          <p:nvPr>
            <p:ph type="sldNum" idx="97"/>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E51547A0-F626-4B30-9B23-7FB27BBCDCE8}"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sldImg"/>
          </p:nvPr>
        </p:nvSpPr>
        <p:spPr>
          <a:xfrm>
            <a:off x="1376280" y="1084320"/>
            <a:ext cx="3900960" cy="2926440"/>
          </a:xfrm>
          <a:prstGeom prst="rect">
            <a:avLst/>
          </a:prstGeom>
          <a:ln w="0">
            <a:noFill/>
          </a:ln>
        </p:spPr>
      </p:sp>
      <p:sp>
        <p:nvSpPr>
          <p:cNvPr id="476"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77" name="PlaceHolder 3"/>
          <p:cNvSpPr>
            <a:spLocks noGrp="1"/>
          </p:cNvSpPr>
          <p:nvPr>
            <p:ph type="sldNum" idx="98"/>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B0D4FE97-EB3B-48D3-999B-52CC088A01BB}"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sldImg"/>
          </p:nvPr>
        </p:nvSpPr>
        <p:spPr>
          <a:xfrm>
            <a:off x="1376280" y="1084320"/>
            <a:ext cx="3900960" cy="2926440"/>
          </a:xfrm>
          <a:prstGeom prst="rect">
            <a:avLst/>
          </a:prstGeom>
          <a:ln w="0">
            <a:noFill/>
          </a:ln>
        </p:spPr>
      </p:sp>
      <p:sp>
        <p:nvSpPr>
          <p:cNvPr id="479"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80" name="PlaceHolder 3"/>
          <p:cNvSpPr>
            <a:spLocks noGrp="1"/>
          </p:cNvSpPr>
          <p:nvPr>
            <p:ph type="sldNum" idx="99"/>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9429BD91-FB31-4A24-9249-AD1293F11F43}"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sldImg"/>
          </p:nvPr>
        </p:nvSpPr>
        <p:spPr>
          <a:xfrm>
            <a:off x="1376280" y="1084320"/>
            <a:ext cx="3900960" cy="2926440"/>
          </a:xfrm>
          <a:prstGeom prst="rect">
            <a:avLst/>
          </a:prstGeom>
          <a:ln w="0">
            <a:noFill/>
          </a:ln>
        </p:spPr>
      </p:sp>
      <p:sp>
        <p:nvSpPr>
          <p:cNvPr id="482"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83" name="PlaceHolder 3"/>
          <p:cNvSpPr>
            <a:spLocks noGrp="1"/>
          </p:cNvSpPr>
          <p:nvPr>
            <p:ph type="sldNum" idx="100"/>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31507D1A-2AD5-4D99-8399-D92F2779FB3B}"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sldImg"/>
          </p:nvPr>
        </p:nvSpPr>
        <p:spPr>
          <a:xfrm>
            <a:off x="1376280" y="1084320"/>
            <a:ext cx="3900960" cy="2926440"/>
          </a:xfrm>
          <a:prstGeom prst="rect">
            <a:avLst/>
          </a:prstGeom>
          <a:ln w="0">
            <a:noFill/>
          </a:ln>
        </p:spPr>
      </p:sp>
      <p:sp>
        <p:nvSpPr>
          <p:cNvPr id="485"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86" name="PlaceHolder 3"/>
          <p:cNvSpPr>
            <a:spLocks noGrp="1"/>
          </p:cNvSpPr>
          <p:nvPr>
            <p:ph type="sldNum" idx="101"/>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A719FDF2-052E-4C78-B39C-C9BEFE0A235A}"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sldImg"/>
          </p:nvPr>
        </p:nvSpPr>
        <p:spPr>
          <a:xfrm>
            <a:off x="1376280" y="1084320"/>
            <a:ext cx="3900960" cy="2926440"/>
          </a:xfrm>
          <a:prstGeom prst="rect">
            <a:avLst/>
          </a:prstGeom>
          <a:ln w="0">
            <a:noFill/>
          </a:ln>
        </p:spPr>
      </p:sp>
      <p:sp>
        <p:nvSpPr>
          <p:cNvPr id="488"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89" name="PlaceHolder 3"/>
          <p:cNvSpPr>
            <a:spLocks noGrp="1"/>
          </p:cNvSpPr>
          <p:nvPr>
            <p:ph type="sldNum" idx="102"/>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74187D63-583A-44DE-B123-C42440C949C8}"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sldImg"/>
          </p:nvPr>
        </p:nvSpPr>
        <p:spPr>
          <a:xfrm>
            <a:off x="1376280" y="1084320"/>
            <a:ext cx="3900960" cy="2926440"/>
          </a:xfrm>
          <a:prstGeom prst="rect">
            <a:avLst/>
          </a:prstGeom>
          <a:ln w="0">
            <a:noFill/>
          </a:ln>
        </p:spPr>
      </p:sp>
      <p:sp>
        <p:nvSpPr>
          <p:cNvPr id="491"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92" name="PlaceHolder 3"/>
          <p:cNvSpPr>
            <a:spLocks noGrp="1"/>
          </p:cNvSpPr>
          <p:nvPr>
            <p:ph type="sldNum" idx="103"/>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E22A85C4-8618-4C29-9FE3-E5B9BA60EAA6}"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type="sldImg"/>
          </p:nvPr>
        </p:nvSpPr>
        <p:spPr>
          <a:xfrm>
            <a:off x="1376280" y="1084320"/>
            <a:ext cx="3900960" cy="2926440"/>
          </a:xfrm>
          <a:prstGeom prst="rect">
            <a:avLst/>
          </a:prstGeom>
          <a:ln w="0">
            <a:noFill/>
          </a:ln>
        </p:spPr>
      </p:sp>
      <p:sp>
        <p:nvSpPr>
          <p:cNvPr id="494"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495" name="PlaceHolder 3"/>
          <p:cNvSpPr>
            <a:spLocks noGrp="1"/>
          </p:cNvSpPr>
          <p:nvPr>
            <p:ph type="sldNum" idx="104"/>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756037A1-49FD-4BBC-AA7A-485EEC426C28}"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sldImg"/>
          </p:nvPr>
        </p:nvSpPr>
        <p:spPr>
          <a:xfrm>
            <a:off x="1371600" y="1143000"/>
            <a:ext cx="4113720" cy="3085200"/>
          </a:xfrm>
          <a:prstGeom prst="rect">
            <a:avLst/>
          </a:prstGeom>
          <a:ln w="0">
            <a:noFill/>
          </a:ln>
        </p:spPr>
      </p:sp>
      <p:sp>
        <p:nvSpPr>
          <p:cNvPr id="49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98" name="PlaceHolder 3"/>
          <p:cNvSpPr>
            <a:spLocks noGrp="1"/>
          </p:cNvSpPr>
          <p:nvPr>
            <p:ph type="sldNum" idx="105"/>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5E962E82-488B-4502-B8E7-CA701F019258}" type="slidenum">
              <a:rPr b="0" lang="en-US" sz="1200" spc="-1" strike="noStrike">
                <a:solidFill>
                  <a:schemeClr val="dk1"/>
                </a:solidFill>
                <a:latin typeface="Tahoma"/>
                <a:ea typeface="Tahoma"/>
              </a:rPr>
              <a:t>34</a:t>
            </a:fld>
            <a:endParaRPr b="0" lang="en-US" sz="1200" spc="-1" strike="noStrike">
              <a:solidFill>
                <a:srgbClr val="000000"/>
              </a:solidFill>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sldImg"/>
          </p:nvPr>
        </p:nvSpPr>
        <p:spPr>
          <a:xfrm>
            <a:off x="1376280" y="1084320"/>
            <a:ext cx="3900960" cy="2926440"/>
          </a:xfrm>
          <a:prstGeom prst="rect">
            <a:avLst/>
          </a:prstGeom>
          <a:ln w="0">
            <a:noFill/>
          </a:ln>
        </p:spPr>
      </p:sp>
      <p:sp>
        <p:nvSpPr>
          <p:cNvPr id="500"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501" name="PlaceHolder 3"/>
          <p:cNvSpPr>
            <a:spLocks noGrp="1"/>
          </p:cNvSpPr>
          <p:nvPr>
            <p:ph type="sldNum" idx="106"/>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0FC44F0A-8833-47BD-AF56-701E128B5FC8}"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PlaceHolder 1"/>
          <p:cNvSpPr>
            <a:spLocks noGrp="1"/>
          </p:cNvSpPr>
          <p:nvPr>
            <p:ph type="sldImg"/>
          </p:nvPr>
        </p:nvSpPr>
        <p:spPr>
          <a:xfrm>
            <a:off x="1376280" y="1084320"/>
            <a:ext cx="3900960" cy="2926440"/>
          </a:xfrm>
          <a:prstGeom prst="rect">
            <a:avLst/>
          </a:prstGeom>
          <a:ln w="0">
            <a:noFill/>
          </a:ln>
        </p:spPr>
      </p:sp>
      <p:sp>
        <p:nvSpPr>
          <p:cNvPr id="503" name="PlaceHolder 2"/>
          <p:cNvSpPr>
            <a:spLocks noGrp="1"/>
          </p:cNvSpPr>
          <p:nvPr>
            <p:ph type="body"/>
          </p:nvPr>
        </p:nvSpPr>
        <p:spPr>
          <a:xfrm>
            <a:off x="665640" y="4173480"/>
            <a:ext cx="5322600" cy="3413880"/>
          </a:xfrm>
          <a:prstGeom prst="rect">
            <a:avLst/>
          </a:prstGeom>
          <a:noFill/>
          <a:ln w="0">
            <a:noFill/>
          </a:ln>
        </p:spPr>
        <p:txBody>
          <a:bodyPr lIns="87480" rIns="87480" tIns="43920" bIns="43920" anchor="t">
            <a:noAutofit/>
          </a:bodyPr>
          <a:p>
            <a:pPr marL="216000" indent="-216000">
              <a:buNone/>
            </a:pPr>
            <a:endParaRPr b="0" lang="en-US" sz="1800" spc="-1" strike="noStrike">
              <a:solidFill>
                <a:srgbClr val="000000"/>
              </a:solidFill>
              <a:latin typeface="Arial"/>
            </a:endParaRPr>
          </a:p>
        </p:txBody>
      </p:sp>
      <p:sp>
        <p:nvSpPr>
          <p:cNvPr id="504" name="PlaceHolder 3"/>
          <p:cNvSpPr>
            <a:spLocks noGrp="1"/>
          </p:cNvSpPr>
          <p:nvPr>
            <p:ph type="sldNum" idx="107"/>
          </p:nvPr>
        </p:nvSpPr>
        <p:spPr>
          <a:xfrm>
            <a:off x="3769560" y="8237520"/>
            <a:ext cx="2882520" cy="434160"/>
          </a:xfrm>
          <a:prstGeom prst="rect">
            <a:avLst/>
          </a:prstGeom>
          <a:noFill/>
          <a:ln w="0">
            <a:noFill/>
          </a:ln>
        </p:spPr>
        <p:txBody>
          <a:bodyPr lIns="87480" rIns="87480" tIns="43920" bIns="43920" anchor="b">
            <a:noAutofit/>
          </a:bodyPr>
          <a:lstStyle>
            <a:lvl1pPr indent="0" algn="r">
              <a:lnSpc>
                <a:spcPct val="100000"/>
              </a:lnSpc>
              <a:buNone/>
              <a:tabLst>
                <a:tab algn="l" pos="0"/>
              </a:tabLst>
              <a:defRPr b="0" lang="en-US" sz="1100" spc="-1" strike="noStrike">
                <a:solidFill>
                  <a:schemeClr val="dk1"/>
                </a:solidFill>
                <a:latin typeface="Tahoma"/>
                <a:ea typeface="Tahoma"/>
              </a:defRPr>
            </a:lvl1pPr>
          </a:lstStyle>
          <a:p>
            <a:pPr indent="0" algn="r">
              <a:lnSpc>
                <a:spcPct val="100000"/>
              </a:lnSpc>
              <a:buNone/>
              <a:tabLst>
                <a:tab algn="l" pos="0"/>
              </a:tabLst>
            </a:pPr>
            <a:fld id="{197F61D4-466F-4AE7-AE57-5189CE659108}" type="slidenum">
              <a:rPr b="0" lang="en-US" sz="1100" spc="-1" strike="noStrike">
                <a:solidFill>
                  <a:schemeClr val="dk1"/>
                </a:solidFill>
                <a:latin typeface="Tahoma"/>
                <a:ea typeface="Tahoma"/>
              </a:rPr>
              <a:t>34</a:t>
            </a:fld>
            <a:endParaRPr b="0" lang="en-US" sz="1100" spc="-1" strike="noStrike">
              <a:solidFill>
                <a:srgbClr val="000000"/>
              </a:solidFill>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1371600" y="1143000"/>
            <a:ext cx="4113720" cy="3085200"/>
          </a:xfrm>
          <a:prstGeom prst="rect">
            <a:avLst/>
          </a:prstGeom>
          <a:ln w="0">
            <a:noFill/>
          </a:ln>
        </p:spPr>
      </p:sp>
      <p:sp>
        <p:nvSpPr>
          <p:cNvPr id="50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07" name="PlaceHolder 3"/>
          <p:cNvSpPr>
            <a:spLocks noGrp="1"/>
          </p:cNvSpPr>
          <p:nvPr>
            <p:ph type="sldNum" idx="108"/>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9372C626-0252-4C72-A4C7-536888393286}" type="slidenum">
              <a:rPr b="0" lang="en-US" sz="1200" spc="-1" strike="noStrike">
                <a:solidFill>
                  <a:schemeClr val="dk1"/>
                </a:solidFill>
                <a:latin typeface="Tahoma"/>
                <a:ea typeface="Tahoma"/>
              </a:rPr>
              <a:t>34</a:t>
            </a:fld>
            <a:endParaRPr b="0" lang="en-US" sz="1200" spc="-1" strike="noStrike">
              <a:solidFill>
                <a:srgbClr val="000000"/>
              </a:solidFill>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sldImg"/>
          </p:nvPr>
        </p:nvSpPr>
        <p:spPr>
          <a:xfrm>
            <a:off x="1371600" y="1143000"/>
            <a:ext cx="4113720" cy="3085200"/>
          </a:xfrm>
          <a:prstGeom prst="rect">
            <a:avLst/>
          </a:prstGeom>
          <a:ln w="0">
            <a:noFill/>
          </a:ln>
        </p:spPr>
      </p:sp>
      <p:sp>
        <p:nvSpPr>
          <p:cNvPr id="50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10" name="PlaceHolder 3"/>
          <p:cNvSpPr>
            <a:spLocks noGrp="1"/>
          </p:cNvSpPr>
          <p:nvPr>
            <p:ph type="sldNum" idx="109"/>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E320CB31-CF19-4D56-80D7-91D9956D0C5B}" type="slidenum">
              <a:rPr b="0" lang="en-US" sz="1200" spc="-1" strike="noStrike">
                <a:solidFill>
                  <a:schemeClr val="dk1"/>
                </a:solidFill>
                <a:latin typeface="Tahoma"/>
                <a:ea typeface="Tahoma"/>
              </a:rPr>
              <a:t>34</a:t>
            </a:fld>
            <a:endParaRPr b="0" lang="en-US" sz="12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Img"/>
          </p:nvPr>
        </p:nvSpPr>
        <p:spPr>
          <a:xfrm>
            <a:off x="1371600" y="1143000"/>
            <a:ext cx="4113720" cy="3085200"/>
          </a:xfrm>
          <a:prstGeom prst="rect">
            <a:avLst/>
          </a:prstGeom>
          <a:ln w="0">
            <a:noFill/>
          </a:ln>
        </p:spPr>
      </p:sp>
      <p:sp>
        <p:nvSpPr>
          <p:cNvPr id="51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13" name="PlaceHolder 3"/>
          <p:cNvSpPr>
            <a:spLocks noGrp="1"/>
          </p:cNvSpPr>
          <p:nvPr>
            <p:ph type="sldNum" idx="110"/>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3E77C631-FF2E-4525-8DF5-D10A8ED2A32A}" type="slidenum">
              <a:rPr b="0" lang="en-US" sz="1200" spc="-1" strike="noStrike">
                <a:solidFill>
                  <a:schemeClr val="dk1"/>
                </a:solidFill>
                <a:latin typeface="Tahoma"/>
                <a:ea typeface="Tahoma"/>
              </a:rPr>
              <a:t>34</a:t>
            </a:fld>
            <a:endParaRPr b="0" lang="en-US" sz="12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sldImg"/>
          </p:nvPr>
        </p:nvSpPr>
        <p:spPr>
          <a:xfrm>
            <a:off x="1371600" y="1143000"/>
            <a:ext cx="4113720" cy="3085200"/>
          </a:xfrm>
          <a:prstGeom prst="rect">
            <a:avLst/>
          </a:prstGeom>
          <a:ln w="0">
            <a:noFill/>
          </a:ln>
        </p:spPr>
      </p:sp>
      <p:sp>
        <p:nvSpPr>
          <p:cNvPr id="51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16" name="PlaceHolder 3"/>
          <p:cNvSpPr>
            <a:spLocks noGrp="1"/>
          </p:cNvSpPr>
          <p:nvPr>
            <p:ph type="sldNum" idx="111"/>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66D0B18F-5BC6-4E64-B715-EDB39E904B04}" type="slidenum">
              <a:rPr b="0" lang="en-US" sz="1200" spc="-1" strike="noStrike">
                <a:solidFill>
                  <a:schemeClr val="dk1"/>
                </a:solidFill>
                <a:latin typeface="Tahoma"/>
                <a:ea typeface="Tahoma"/>
              </a:rPr>
              <a:t>34</a:t>
            </a:fld>
            <a:endParaRPr b="0" lang="en-US" sz="1200" spc="-1" strike="noStrike">
              <a:solidFill>
                <a:srgbClr val="000000"/>
              </a:solidFill>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sldImg"/>
          </p:nvPr>
        </p:nvSpPr>
        <p:spPr>
          <a:xfrm>
            <a:off x="1371600" y="1143000"/>
            <a:ext cx="4113720" cy="3085200"/>
          </a:xfrm>
          <a:prstGeom prst="rect">
            <a:avLst/>
          </a:prstGeom>
          <a:ln w="0">
            <a:noFill/>
          </a:ln>
        </p:spPr>
      </p:sp>
      <p:sp>
        <p:nvSpPr>
          <p:cNvPr id="51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19" name="PlaceHolder 3"/>
          <p:cNvSpPr>
            <a:spLocks noGrp="1"/>
          </p:cNvSpPr>
          <p:nvPr>
            <p:ph type="sldNum" idx="112"/>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3D283DD8-7E4C-43CF-AF64-29D716BB654F}"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type="sldImg"/>
          </p:nvPr>
        </p:nvSpPr>
        <p:spPr>
          <a:xfrm>
            <a:off x="1371600" y="1143000"/>
            <a:ext cx="4113720" cy="3085200"/>
          </a:xfrm>
          <a:prstGeom prst="rect">
            <a:avLst/>
          </a:prstGeom>
          <a:ln w="0">
            <a:noFill/>
          </a:ln>
        </p:spPr>
      </p:sp>
      <p:sp>
        <p:nvSpPr>
          <p:cNvPr id="521"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22" name="PlaceHolder 3"/>
          <p:cNvSpPr>
            <a:spLocks noGrp="1"/>
          </p:cNvSpPr>
          <p:nvPr>
            <p:ph type="sldNum" idx="113"/>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4523A00B-4192-49F2-AD85-F2E6554842C9}"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5" name="PlaceHolder 1"/>
          <p:cNvSpPr>
            <a:spLocks noGrp="1"/>
          </p:cNvSpPr>
          <p:nvPr>
            <p:ph type="title"/>
          </p:nvPr>
        </p:nvSpPr>
        <p:spPr>
          <a:xfrm>
            <a:off x="628560" y="365040"/>
            <a:ext cx="788580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p:nvPr>
        </p:nvSpPr>
        <p:spPr>
          <a:xfrm>
            <a:off x="457200" y="1219320"/>
            <a:ext cx="8228520" cy="49366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55BC39EC-AD1B-4A41-9817-F014C62C83CD}"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1E550051-7B90-4BF9-9C41-0AD19486B703}"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and Conten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FED8DF7E-2ABE-4FAD-9699-F49699BF4852}"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Title and Content">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3AAFAD4D-23BB-4672-AA10-82CF80E22180}" type="slidenum">
              <a:t>&lt;#&gt;</a:t>
            </a:fld>
          </a:p>
        </p:txBody>
      </p:sp>
      <p:sp>
        <p:nvSpPr>
          <p:cNvPr id="4" name="PlaceHolder 3"/>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_Title and Content">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D6E96AFB-FE36-4725-AAA5-192DCF285DB9}"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Only">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934831E8-C2DD-40ED-A0EF-5399CE0E9DE5}"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4_Title and Content">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553C42B8-FA81-4A54-8D2E-26880AD3D7CC}"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5_Title and Content">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43C2A832-9CC8-4162-8A1E-CCA01CCD23CA}" type="slidenum">
              <a:t>&lt;#&gt;</a:t>
            </a:fld>
          </a:p>
        </p:txBody>
      </p:sp>
      <p:sp>
        <p:nvSpPr>
          <p:cNvPr id="4" name="PlaceHolder 3"/>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6_Title and Content">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17A49A72-529D-42DB-B9C4-B38DFB154F0F}"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7_Title and Content">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3EF90BFF-F965-4510-AE10-3F26B0D96EA8}"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Title Only">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5CB44019-07C2-4ADF-AFE5-2F4FB0E88E2B}" type="slidenum">
              <a:t>&lt;#&gt;</a:t>
            </a:fld>
          </a:p>
        </p:txBody>
      </p:sp>
      <p:sp>
        <p:nvSpPr>
          <p:cNvPr id="4" name="PlaceHolder 3"/>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p>
            <a:r>
              <a:t>Footer</a:t>
            </a:r>
          </a:p>
        </p:txBody>
      </p:sp>
      <p:sp>
        <p:nvSpPr>
          <p:cNvPr id="3" name="PlaceHolder 2"/>
          <p:cNvSpPr>
            <a:spLocks noGrp="1"/>
          </p:cNvSpPr>
          <p:nvPr>
            <p:ph type="sldNum" idx="35"/>
          </p:nvPr>
        </p:nvSpPr>
        <p:spPr/>
        <p:txBody>
          <a:bodyPr/>
          <a:p>
            <a:fld id="{1E472EDC-0116-4BC3-822E-56505D14F1CC}" type="slidenum">
              <a:t>&lt;#&gt;</a:t>
            </a:fld>
          </a:p>
        </p:txBody>
      </p:sp>
      <p:sp>
        <p:nvSpPr>
          <p:cNvPr id="4" name="PlaceHolder 3"/>
          <p:cNvSpPr>
            <a:spLocks noGrp="1"/>
          </p:cNvSpPr>
          <p:nvPr>
            <p:ph type="dt" idx="36"/>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_Title Only">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p>
            <a:r>
              <a:t>Footer</a:t>
            </a:r>
          </a:p>
        </p:txBody>
      </p:sp>
      <p:sp>
        <p:nvSpPr>
          <p:cNvPr id="3" name="PlaceHolder 2"/>
          <p:cNvSpPr>
            <a:spLocks noGrp="1"/>
          </p:cNvSpPr>
          <p:nvPr>
            <p:ph type="sldNum" idx="38"/>
          </p:nvPr>
        </p:nvSpPr>
        <p:spPr/>
        <p:txBody>
          <a:bodyPr/>
          <a:p>
            <a:fld id="{5CA04C06-A884-447D-9291-3ADE4079303F}" type="slidenum">
              <a:t>&lt;#&gt;</a:t>
            </a:fld>
          </a:p>
        </p:txBody>
      </p:sp>
      <p:sp>
        <p:nvSpPr>
          <p:cNvPr id="4" name="PlaceHolder 3"/>
          <p:cNvSpPr>
            <a:spLocks noGrp="1"/>
          </p:cNvSpPr>
          <p:nvPr>
            <p:ph type="dt" idx="3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4_Title Only">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p>
            <a:r>
              <a:t>Footer</a:t>
            </a:r>
          </a:p>
        </p:txBody>
      </p:sp>
      <p:sp>
        <p:nvSpPr>
          <p:cNvPr id="3" name="PlaceHolder 2"/>
          <p:cNvSpPr>
            <a:spLocks noGrp="1"/>
          </p:cNvSpPr>
          <p:nvPr>
            <p:ph type="sldNum" idx="41"/>
          </p:nvPr>
        </p:nvSpPr>
        <p:spPr/>
        <p:txBody>
          <a:bodyPr/>
          <a:p>
            <a:fld id="{D929C10B-1802-4D5F-97DE-984CA3007617}" type="slidenum">
              <a:t>&lt;#&gt;</a:t>
            </a:fld>
          </a:p>
        </p:txBody>
      </p:sp>
      <p:sp>
        <p:nvSpPr>
          <p:cNvPr id="4" name="PlaceHolder 3"/>
          <p:cNvSpPr>
            <a:spLocks noGrp="1"/>
          </p:cNvSpPr>
          <p:nvPr>
            <p:ph type="dt" idx="42"/>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OBJECT_AND_TEXT">
    <p:spTree>
      <p:nvGrpSpPr>
        <p:cNvPr id="1" name=""/>
        <p:cNvGrpSpPr/>
        <p:nvPr/>
      </p:nvGrpSpPr>
      <p:grpSpPr>
        <a:xfrm>
          <a:off x="0" y="0"/>
          <a:ext cx="0" cy="0"/>
          <a:chOff x="0" y="0"/>
          <a:chExt cx="0" cy="0"/>
        </a:xfrm>
      </p:grpSpPr>
      <p:sp>
        <p:nvSpPr>
          <p:cNvPr id="91" name="PlaceHolder 1"/>
          <p:cNvSpPr>
            <a:spLocks noGrp="1"/>
          </p:cNvSpPr>
          <p:nvPr>
            <p:ph type="title"/>
          </p:nvPr>
        </p:nvSpPr>
        <p:spPr>
          <a:xfrm>
            <a:off x="628560" y="365040"/>
            <a:ext cx="788580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2" name="PlaceHolder 2"/>
          <p:cNvSpPr>
            <a:spLocks noGrp="1"/>
          </p:cNvSpPr>
          <p:nvPr>
            <p:ph/>
          </p:nvPr>
        </p:nvSpPr>
        <p:spPr>
          <a:xfrm>
            <a:off x="457200" y="1219320"/>
            <a:ext cx="8228520" cy="49366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3" name="PlaceHolder 3"/>
          <p:cNvSpPr>
            <a:spLocks noGrp="1"/>
          </p:cNvSpPr>
          <p:nvPr>
            <p:ph/>
          </p:nvPr>
        </p:nvSpPr>
        <p:spPr>
          <a:xfrm>
            <a:off x="457200" y="1219320"/>
            <a:ext cx="8228520" cy="49366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3"/>
          </p:nvPr>
        </p:nvSpPr>
        <p:spPr/>
        <p:txBody>
          <a:bodyPr/>
          <a:p>
            <a:r>
              <a:t>Footer</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ONLY">
    <p:spTree>
      <p:nvGrpSpPr>
        <p:cNvPr id="1" name=""/>
        <p:cNvGrpSpPr/>
        <p:nvPr/>
      </p:nvGrpSpPr>
      <p:grpSpPr>
        <a:xfrm>
          <a:off x="0" y="0"/>
          <a:ext cx="0" cy="0"/>
          <a:chOff x="0" y="0"/>
          <a:chExt cx="0" cy="0"/>
        </a:xfrm>
      </p:grpSpPr>
      <p:sp>
        <p:nvSpPr>
          <p:cNvPr id="2" name="PlaceHolder 1"/>
          <p:cNvSpPr>
            <a:spLocks noGrp="1"/>
          </p:cNvSpPr>
          <p:nvPr>
            <p:ph type="ftr" idx="44"/>
          </p:nvPr>
        </p:nvSpPr>
        <p:spPr/>
        <p:txBody>
          <a:bodyPr/>
          <a:p>
            <a:r>
              <a:t>Footer</a:t>
            </a:r>
          </a:p>
        </p:txBody>
      </p:sp>
      <p:sp>
        <p:nvSpPr>
          <p:cNvPr id="3" name="PlaceHolder 2"/>
          <p:cNvSpPr>
            <a:spLocks noGrp="1"/>
          </p:cNvSpPr>
          <p:nvPr>
            <p:ph type="sldNum" idx="45"/>
          </p:nvPr>
        </p:nvSpPr>
        <p:spPr/>
        <p:txBody>
          <a:bodyPr/>
          <a:p>
            <a:fld id="{981110D6-744F-43C0-A139-44363AEDB6B2}" type="slidenum">
              <a:t>&lt;#&gt;</a:t>
            </a:fld>
          </a:p>
        </p:txBody>
      </p:sp>
      <p:sp>
        <p:nvSpPr>
          <p:cNvPr id="4" name="PlaceHolder 3"/>
          <p:cNvSpPr>
            <a:spLocks noGrp="1"/>
          </p:cNvSpPr>
          <p:nvPr>
            <p:ph type="dt" idx="4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chartAndTx" preserve="1">
  <p:cSld name="CHART_AND_TEXT">
    <p:spTree>
      <p:nvGrpSpPr>
        <p:cNvPr id="1" name=""/>
        <p:cNvGrpSpPr/>
        <p:nvPr/>
      </p:nvGrpSpPr>
      <p:grpSpPr>
        <a:xfrm>
          <a:off x="0" y="0"/>
          <a:ext cx="0" cy="0"/>
          <a:chOff x="0" y="0"/>
          <a:chExt cx="0" cy="0"/>
        </a:xfrm>
      </p:grpSpPr>
      <p:sp>
        <p:nvSpPr>
          <p:cNvPr id="101" name="PlaceHolder 1"/>
          <p:cNvSpPr>
            <a:spLocks noGrp="1"/>
          </p:cNvSpPr>
          <p:nvPr>
            <p:ph type="title"/>
          </p:nvPr>
        </p:nvSpPr>
        <p:spPr>
          <a:xfrm>
            <a:off x="628560" y="365040"/>
            <a:ext cx="788580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2" name="PlaceHolder 2"/>
          <p:cNvSpPr>
            <a:spLocks noGrp="1"/>
          </p:cNvSpPr>
          <p:nvPr>
            <p:ph/>
          </p:nvPr>
        </p:nvSpPr>
        <p:spPr>
          <a:xfrm>
            <a:off x="457200" y="1219320"/>
            <a:ext cx="8228520" cy="49366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3" name="PlaceHolder 3"/>
          <p:cNvSpPr>
            <a:spLocks noGrp="1"/>
          </p:cNvSpPr>
          <p:nvPr>
            <p:ph/>
          </p:nvPr>
        </p:nvSpPr>
        <p:spPr>
          <a:xfrm>
            <a:off x="457200" y="1219320"/>
            <a:ext cx="8228520" cy="49366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7"/>
          </p:nvPr>
        </p:nvSpPr>
        <p:spPr/>
        <p:txBody>
          <a:bodyPr/>
          <a:p>
            <a:r>
              <a:t>Footer</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108" name="PlaceHolder 1"/>
          <p:cNvSpPr>
            <a:spLocks noGrp="1"/>
          </p:cNvSpPr>
          <p:nvPr>
            <p:ph type="title"/>
          </p:nvPr>
        </p:nvSpPr>
        <p:spPr>
          <a:xfrm>
            <a:off x="628560" y="365040"/>
            <a:ext cx="788580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48"/>
          </p:nvPr>
        </p:nvSpPr>
        <p:spPr/>
        <p:txBody>
          <a:bodyPr/>
          <a:p>
            <a:r>
              <a:t>Footer</a:t>
            </a:r>
          </a:p>
        </p:txBody>
      </p:sp>
      <p:sp>
        <p:nvSpPr>
          <p:cNvPr id="4" name="PlaceHolder 3"/>
          <p:cNvSpPr>
            <a:spLocks noGrp="1"/>
          </p:cNvSpPr>
          <p:nvPr>
            <p:ph type="sldNum" idx="49"/>
          </p:nvPr>
        </p:nvSpPr>
        <p:spPr/>
        <p:txBody>
          <a:bodyPr/>
          <a:p>
            <a:fld id="{5675AB43-B7BF-4694-8D27-B2523385CDCA}" type="slidenum">
              <a:t>&lt;#&gt;</a:t>
            </a:fld>
          </a:p>
        </p:txBody>
      </p:sp>
      <p:sp>
        <p:nvSpPr>
          <p:cNvPr id="5" name="PlaceHolder 4"/>
          <p:cNvSpPr>
            <a:spLocks noGrp="1"/>
          </p:cNvSpPr>
          <p:nvPr>
            <p:ph type="dt" idx="50"/>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Only">
    <p:spTree>
      <p:nvGrpSpPr>
        <p:cNvPr id="1" name=""/>
        <p:cNvGrpSpPr/>
        <p:nvPr/>
      </p:nvGrpSpPr>
      <p:grpSpPr>
        <a:xfrm>
          <a:off x="0" y="0"/>
          <a:ext cx="0" cy="0"/>
          <a:chOff x="0" y="0"/>
          <a:chExt cx="0" cy="0"/>
        </a:xfrm>
      </p:grpSpPr>
      <p:sp>
        <p:nvSpPr>
          <p:cNvPr id="2" name="PlaceHolder 1"/>
          <p:cNvSpPr>
            <a:spLocks noGrp="1"/>
          </p:cNvSpPr>
          <p:nvPr>
            <p:ph type="ftr" idx="51"/>
          </p:nvPr>
        </p:nvSpPr>
        <p:spPr/>
        <p:txBody>
          <a:bodyPr/>
          <a:p>
            <a:r>
              <a:t>Footer</a:t>
            </a:r>
          </a:p>
        </p:txBody>
      </p:sp>
      <p:sp>
        <p:nvSpPr>
          <p:cNvPr id="3" name="PlaceHolder 2"/>
          <p:cNvSpPr>
            <a:spLocks noGrp="1"/>
          </p:cNvSpPr>
          <p:nvPr>
            <p:ph type="sldNum" idx="52"/>
          </p:nvPr>
        </p:nvSpPr>
        <p:spPr/>
        <p:txBody>
          <a:bodyPr/>
          <a:p>
            <a:fld id="{B0FBFDCD-25D6-45FA-A3D7-6006941806B0}" type="slidenum">
              <a:t>&lt;#&gt;</a:t>
            </a:fld>
          </a:p>
        </p:txBody>
      </p:sp>
      <p:sp>
        <p:nvSpPr>
          <p:cNvPr id="4" name="PlaceHolder 3"/>
          <p:cNvSpPr>
            <a:spLocks noGrp="1"/>
          </p:cNvSpPr>
          <p:nvPr>
            <p:ph type="dt" idx="53"/>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54"/>
          </p:nvPr>
        </p:nvSpPr>
        <p:spPr/>
        <p:txBody>
          <a:bodyPr/>
          <a:p>
            <a:r>
              <a:t>Footer</a:t>
            </a:r>
          </a:p>
        </p:txBody>
      </p:sp>
      <p:sp>
        <p:nvSpPr>
          <p:cNvPr id="3" name="PlaceHolder 2"/>
          <p:cNvSpPr>
            <a:spLocks noGrp="1"/>
          </p:cNvSpPr>
          <p:nvPr>
            <p:ph type="sldNum" idx="55"/>
          </p:nvPr>
        </p:nvSpPr>
        <p:spPr/>
        <p:txBody>
          <a:bodyPr/>
          <a:p>
            <a:fld id="{CFB92FCB-FF14-469B-B472-E36FE264CA80}" type="slidenum">
              <a:t>&lt;#&gt;</a:t>
            </a:fld>
          </a:p>
        </p:txBody>
      </p:sp>
      <p:sp>
        <p:nvSpPr>
          <p:cNvPr id="4" name="PlaceHolder 3"/>
          <p:cNvSpPr>
            <a:spLocks noGrp="1"/>
          </p:cNvSpPr>
          <p:nvPr>
            <p:ph type="dt" idx="5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57"/>
          </p:nvPr>
        </p:nvSpPr>
        <p:spPr/>
        <p:txBody>
          <a:bodyPr/>
          <a:p>
            <a:r>
              <a:t>Footer</a:t>
            </a:r>
          </a:p>
        </p:txBody>
      </p:sp>
      <p:sp>
        <p:nvSpPr>
          <p:cNvPr id="3" name="PlaceHolder 2"/>
          <p:cNvSpPr>
            <a:spLocks noGrp="1"/>
          </p:cNvSpPr>
          <p:nvPr>
            <p:ph type="sldNum" idx="58"/>
          </p:nvPr>
        </p:nvSpPr>
        <p:spPr/>
        <p:txBody>
          <a:bodyPr/>
          <a:p>
            <a:fld id="{43DA9933-4298-4334-85CF-78DA6CE9D0F2}" type="slidenum">
              <a:t>&lt;#&gt;</a:t>
            </a:fld>
          </a:p>
        </p:txBody>
      </p:sp>
      <p:sp>
        <p:nvSpPr>
          <p:cNvPr id="4" name="PlaceHolder 3"/>
          <p:cNvSpPr>
            <a:spLocks noGrp="1"/>
          </p:cNvSpPr>
          <p:nvPr>
            <p:ph type="dt" idx="59"/>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Blank">
    <p:spTree>
      <p:nvGrpSpPr>
        <p:cNvPr id="1" name=""/>
        <p:cNvGrpSpPr/>
        <p:nvPr/>
      </p:nvGrpSpPr>
      <p:grpSpPr>
        <a:xfrm>
          <a:off x="0" y="0"/>
          <a:ext cx="0" cy="0"/>
          <a:chOff x="0" y="0"/>
          <a:chExt cx="0" cy="0"/>
        </a:xfrm>
      </p:grpSpPr>
      <p:sp>
        <p:nvSpPr>
          <p:cNvPr id="2" name="PlaceHolder 1"/>
          <p:cNvSpPr>
            <a:spLocks noGrp="1"/>
          </p:cNvSpPr>
          <p:nvPr>
            <p:ph type="ftr" idx="60"/>
          </p:nvPr>
        </p:nvSpPr>
        <p:spPr/>
        <p:txBody>
          <a:bodyPr/>
          <a:p>
            <a:r>
              <a:t>Footer</a:t>
            </a:r>
          </a:p>
        </p:txBody>
      </p:sp>
      <p:sp>
        <p:nvSpPr>
          <p:cNvPr id="3" name="PlaceHolder 2"/>
          <p:cNvSpPr>
            <a:spLocks noGrp="1"/>
          </p:cNvSpPr>
          <p:nvPr>
            <p:ph type="sldNum" idx="61"/>
          </p:nvPr>
        </p:nvSpPr>
        <p:spPr/>
        <p:txBody>
          <a:bodyPr/>
          <a:p>
            <a:fld id="{5195E8BC-C806-4286-9822-B33113D1C774}" type="slidenum">
              <a:t>&lt;#&gt;</a:t>
            </a:fld>
          </a:p>
        </p:txBody>
      </p:sp>
      <p:sp>
        <p:nvSpPr>
          <p:cNvPr id="4" name="PlaceHolder 3"/>
          <p:cNvSpPr>
            <a:spLocks noGrp="1"/>
          </p:cNvSpPr>
          <p:nvPr>
            <p:ph type="dt" idx="62"/>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63"/>
          </p:nvPr>
        </p:nvSpPr>
        <p:spPr/>
        <p:txBody>
          <a:bodyPr/>
          <a:p>
            <a:r>
              <a:t>Footer</a:t>
            </a:r>
          </a:p>
        </p:txBody>
      </p:sp>
      <p:sp>
        <p:nvSpPr>
          <p:cNvPr id="3" name="PlaceHolder 2"/>
          <p:cNvSpPr>
            <a:spLocks noGrp="1"/>
          </p:cNvSpPr>
          <p:nvPr>
            <p:ph type="sldNum" idx="64"/>
          </p:nvPr>
        </p:nvSpPr>
        <p:spPr/>
        <p:txBody>
          <a:bodyPr/>
          <a:p>
            <a:fld id="{4BC29A1E-0899-4A38-A61C-467A83BEA6E1}" type="slidenum">
              <a:t>&lt;#&gt;</a:t>
            </a:fld>
          </a:p>
        </p:txBody>
      </p:sp>
      <p:sp>
        <p:nvSpPr>
          <p:cNvPr id="4" name="PlaceHolder 3"/>
          <p:cNvSpPr>
            <a:spLocks noGrp="1"/>
          </p:cNvSpPr>
          <p:nvPr>
            <p:ph type="dt" idx="65"/>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66"/>
          </p:nvPr>
        </p:nvSpPr>
        <p:spPr/>
        <p:txBody>
          <a:bodyPr/>
          <a:p>
            <a:r>
              <a:t>Footer</a:t>
            </a:r>
          </a:p>
        </p:txBody>
      </p:sp>
      <p:sp>
        <p:nvSpPr>
          <p:cNvPr id="3" name="PlaceHolder 2"/>
          <p:cNvSpPr>
            <a:spLocks noGrp="1"/>
          </p:cNvSpPr>
          <p:nvPr>
            <p:ph type="sldNum" idx="67"/>
          </p:nvPr>
        </p:nvSpPr>
        <p:spPr/>
        <p:txBody>
          <a:bodyPr/>
          <a:p>
            <a:fld id="{351F252F-3544-43B5-8FD4-D420B7E99F96}" type="slidenum">
              <a:t>&lt;#&gt;</a:t>
            </a:fld>
          </a:p>
        </p:txBody>
      </p:sp>
      <p:sp>
        <p:nvSpPr>
          <p:cNvPr id="4" name="PlaceHolder 3"/>
          <p:cNvSpPr>
            <a:spLocks noGrp="1"/>
          </p:cNvSpPr>
          <p:nvPr>
            <p:ph type="dt" idx="68"/>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69"/>
          </p:nvPr>
        </p:nvSpPr>
        <p:spPr/>
        <p:txBody>
          <a:bodyPr/>
          <a:p>
            <a:r>
              <a:t>Footer</a:t>
            </a:r>
          </a:p>
        </p:txBody>
      </p:sp>
      <p:sp>
        <p:nvSpPr>
          <p:cNvPr id="3" name="PlaceHolder 2"/>
          <p:cNvSpPr>
            <a:spLocks noGrp="1"/>
          </p:cNvSpPr>
          <p:nvPr>
            <p:ph type="sldNum" idx="70"/>
          </p:nvPr>
        </p:nvSpPr>
        <p:spPr/>
        <p:txBody>
          <a:bodyPr/>
          <a:p>
            <a:fld id="{F92ED700-F7AF-4530-A491-22832FD0D30C}" type="slidenum">
              <a:t>&lt;#&gt;</a:t>
            </a:fld>
          </a:p>
        </p:txBody>
      </p:sp>
      <p:sp>
        <p:nvSpPr>
          <p:cNvPr id="4" name="PlaceHolder 3"/>
          <p:cNvSpPr>
            <a:spLocks noGrp="1"/>
          </p:cNvSpPr>
          <p:nvPr>
            <p:ph type="dt" idx="7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1.png"/><Relationship Id="rId3"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2.png"/><Relationship Id="rId3" Type="http://schemas.openxmlformats.org/officeDocument/2006/relationships/hyperlink" Target="mailto:phalachandra@pes.edu" TargetMode="External"/><Relationship Id="rId4"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1.png"/><Relationship Id="rId3"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28560" y="365040"/>
            <a:ext cx="788580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457200" y="1219320"/>
            <a:ext cx="8228520" cy="4936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 name="PlaceHolder 3"/>
          <p:cNvSpPr>
            <a:spLocks noGrp="1"/>
          </p:cNvSpPr>
          <p:nvPr>
            <p:ph type="ftr" idx="1"/>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2"/>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4BE20B5D-9AD6-49B5-A1A2-E9FB24D854E8}"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4" name="PlaceHolder 5"/>
          <p:cNvSpPr>
            <a:spLocks noGrp="1"/>
          </p:cNvSpPr>
          <p:nvPr>
            <p:ph type="dt" idx="3"/>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 name="PlaceHolder 2"/>
          <p:cNvSpPr>
            <a:spLocks noGrp="1"/>
          </p:cNvSpPr>
          <p:nvPr>
            <p:ph type="sldNum" idx="5"/>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E873A26A-D9E3-44D6-BAC3-EBE491F7077E}"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9" name="PlaceHolder 3"/>
          <p:cNvSpPr>
            <a:spLocks noGrp="1"/>
          </p:cNvSpPr>
          <p:nvPr>
            <p:ph type="dt" idx="6"/>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0" name="Google Shape;93;p50" descr=""/>
          <p:cNvPicPr/>
          <p:nvPr/>
        </p:nvPicPr>
        <p:blipFill>
          <a:blip r:embed="rId2"/>
          <a:stretch/>
        </p:blipFill>
        <p:spPr>
          <a:xfrm>
            <a:off x="8313480" y="136440"/>
            <a:ext cx="698400" cy="1401120"/>
          </a:xfrm>
          <a:prstGeom prst="rect">
            <a:avLst/>
          </a:prstGeom>
          <a:ln w="0">
            <a:noFill/>
          </a:ln>
        </p:spPr>
      </p:pic>
      <p:sp>
        <p:nvSpPr>
          <p:cNvPr id="11" name="Google Shape;94;p50"/>
          <p:cNvSpPr/>
          <p:nvPr/>
        </p:nvSpPr>
        <p:spPr>
          <a:xfrm>
            <a:off x="14040" y="0"/>
            <a:ext cx="8673840" cy="61488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300" spc="-1" strike="noStrike">
                <a:solidFill>
                  <a:srgbClr val="0070c0"/>
                </a:solidFill>
                <a:latin typeface="Arial"/>
                <a:ea typeface="Arial"/>
              </a:rPr>
              <a:t>SOFTWARE ENGINEERING :  ARCHITECTURE  &amp; DESIGN</a:t>
            </a:r>
            <a:endParaRPr b="0" lang="en-US" sz="2300" spc="-1" strike="noStrike">
              <a:solidFill>
                <a:srgbClr val="000000"/>
              </a:solidFill>
              <a:latin typeface="Arial"/>
            </a:endParaRPr>
          </a:p>
        </p:txBody>
      </p:sp>
      <p:cxnSp>
        <p:nvCxnSpPr>
          <p:cNvPr id="12" name="Google Shape;95;p50"/>
          <p:cNvCxnSpPr/>
          <p:nvPr/>
        </p:nvCxnSpPr>
        <p:spPr>
          <a:xfrm>
            <a:off x="13680" y="1107360"/>
            <a:ext cx="4364280" cy="1080"/>
          </a:xfrm>
          <a:prstGeom prst="straightConnector1">
            <a:avLst/>
          </a:prstGeom>
          <a:ln w="38100">
            <a:solidFill>
              <a:srgbClr val="dfa267"/>
            </a:solidFill>
            <a:round/>
          </a:ln>
        </p:spPr>
      </p:cxnSp>
      <p:sp>
        <p:nvSpPr>
          <p:cNvPr id="13" name="PlaceHolder 1"/>
          <p:cNvSpPr>
            <a:spLocks noGrp="1"/>
          </p:cNvSpPr>
          <p:nvPr>
            <p:ph type="ftr" idx="7"/>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 name="PlaceHolder 2"/>
          <p:cNvSpPr>
            <a:spLocks noGrp="1"/>
          </p:cNvSpPr>
          <p:nvPr>
            <p:ph type="sldNum" idx="8"/>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2E402AF4-852B-4890-AA0B-F905E3A1C4C1}"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5" name="PlaceHolder 3"/>
          <p:cNvSpPr>
            <a:spLocks noGrp="1"/>
          </p:cNvSpPr>
          <p:nvPr>
            <p:ph type="dt" idx="9"/>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6" name="Google Shape;101;p51" descr=""/>
          <p:cNvPicPr/>
          <p:nvPr/>
        </p:nvPicPr>
        <p:blipFill>
          <a:blip r:embed="rId2"/>
          <a:stretch/>
        </p:blipFill>
        <p:spPr>
          <a:xfrm>
            <a:off x="8313480" y="136440"/>
            <a:ext cx="698400" cy="1401120"/>
          </a:xfrm>
          <a:prstGeom prst="rect">
            <a:avLst/>
          </a:prstGeom>
          <a:ln w="0">
            <a:noFill/>
          </a:ln>
        </p:spPr>
      </p:pic>
      <p:sp>
        <p:nvSpPr>
          <p:cNvPr id="17" name="Google Shape;102;p51"/>
          <p:cNvSpPr/>
          <p:nvPr/>
        </p:nvSpPr>
        <p:spPr>
          <a:xfrm>
            <a:off x="7344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18" name="Google Shape;103;p51"/>
          <p:cNvCxnSpPr/>
          <p:nvPr/>
        </p:nvCxnSpPr>
        <p:spPr>
          <a:xfrm>
            <a:off x="13680" y="1107360"/>
            <a:ext cx="4364280" cy="1080"/>
          </a:xfrm>
          <a:prstGeom prst="straightConnector1">
            <a:avLst/>
          </a:prstGeom>
          <a:ln w="38100">
            <a:solidFill>
              <a:srgbClr val="dfa267"/>
            </a:solidFill>
            <a:round/>
          </a:ln>
        </p:spPr>
      </p:cxnSp>
      <p:sp>
        <p:nvSpPr>
          <p:cNvPr id="19" name="PlaceHolder 1"/>
          <p:cNvSpPr>
            <a:spLocks noGrp="1"/>
          </p:cNvSpPr>
          <p:nvPr>
            <p:ph type="ftr" idx="10"/>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2"/>
          <p:cNvSpPr>
            <a:spLocks noGrp="1"/>
          </p:cNvSpPr>
          <p:nvPr>
            <p:ph type="sldNum" idx="11"/>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4B8246CA-B826-4A64-A63C-F7625069113E}"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21" name="PlaceHolder 3"/>
          <p:cNvSpPr>
            <a:spLocks noGrp="1"/>
          </p:cNvSpPr>
          <p:nvPr>
            <p:ph type="dt" idx="12"/>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2" name="Google Shape;109;p52" descr=""/>
          <p:cNvPicPr/>
          <p:nvPr/>
        </p:nvPicPr>
        <p:blipFill>
          <a:blip r:embed="rId2"/>
          <a:stretch/>
        </p:blipFill>
        <p:spPr>
          <a:xfrm>
            <a:off x="8313480" y="136440"/>
            <a:ext cx="698400" cy="1401120"/>
          </a:xfrm>
          <a:prstGeom prst="rect">
            <a:avLst/>
          </a:prstGeom>
          <a:ln w="0">
            <a:noFill/>
          </a:ln>
        </p:spPr>
      </p:pic>
      <p:sp>
        <p:nvSpPr>
          <p:cNvPr id="23" name="Google Shape;110;p52"/>
          <p:cNvSpPr/>
          <p:nvPr/>
        </p:nvSpPr>
        <p:spPr>
          <a:xfrm>
            <a:off x="7344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24" name="Google Shape;111;p52"/>
          <p:cNvCxnSpPr/>
          <p:nvPr/>
        </p:nvCxnSpPr>
        <p:spPr>
          <a:xfrm>
            <a:off x="13680" y="1107360"/>
            <a:ext cx="4364280" cy="1080"/>
          </a:xfrm>
          <a:prstGeom prst="straightConnector1">
            <a:avLst/>
          </a:prstGeom>
          <a:ln w="38100">
            <a:solidFill>
              <a:srgbClr val="dfa267"/>
            </a:solidFill>
            <a:round/>
          </a:ln>
        </p:spPr>
      </p:cxnSp>
      <p:sp>
        <p:nvSpPr>
          <p:cNvPr id="25" name="PlaceHolder 1"/>
          <p:cNvSpPr>
            <a:spLocks noGrp="1"/>
          </p:cNvSpPr>
          <p:nvPr>
            <p:ph type="ftr" idx="13"/>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6" name="PlaceHolder 2"/>
          <p:cNvSpPr>
            <a:spLocks noGrp="1"/>
          </p:cNvSpPr>
          <p:nvPr>
            <p:ph type="sldNum" idx="14"/>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4AACCAA0-FC70-45BA-87CE-66FCB8869FA1}"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27" name="PlaceHolder 3"/>
          <p:cNvSpPr>
            <a:spLocks noGrp="1"/>
          </p:cNvSpPr>
          <p:nvPr>
            <p:ph type="dt" idx="15"/>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8" name="Google Shape;116;p53" descr=""/>
          <p:cNvPicPr/>
          <p:nvPr/>
        </p:nvPicPr>
        <p:blipFill>
          <a:blip r:embed="rId2"/>
          <a:stretch/>
        </p:blipFill>
        <p:spPr>
          <a:xfrm>
            <a:off x="8289720" y="136440"/>
            <a:ext cx="698400" cy="1401120"/>
          </a:xfrm>
          <a:prstGeom prst="rect">
            <a:avLst/>
          </a:prstGeom>
          <a:ln w="0">
            <a:noFill/>
          </a:ln>
        </p:spPr>
      </p:pic>
      <p:sp>
        <p:nvSpPr>
          <p:cNvPr id="29" name="Google Shape;117;p53"/>
          <p:cNvSpPr/>
          <p:nvPr/>
        </p:nvSpPr>
        <p:spPr>
          <a:xfrm>
            <a:off x="7092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30" name="Google Shape;118;p53"/>
          <p:cNvCxnSpPr/>
          <p:nvPr/>
        </p:nvCxnSpPr>
        <p:spPr>
          <a:xfrm>
            <a:off x="13680" y="1120320"/>
            <a:ext cx="4559400" cy="1080"/>
          </a:xfrm>
          <a:prstGeom prst="straightConnector1">
            <a:avLst/>
          </a:prstGeom>
          <a:ln w="38100">
            <a:solidFill>
              <a:srgbClr val="dfa267"/>
            </a:solidFill>
            <a:round/>
          </a:ln>
        </p:spPr>
      </p:cxnSp>
      <p:sp>
        <p:nvSpPr>
          <p:cNvPr id="31" name="PlaceHolder 1"/>
          <p:cNvSpPr>
            <a:spLocks noGrp="1"/>
          </p:cNvSpPr>
          <p:nvPr>
            <p:ph type="ftr" idx="16"/>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 name="PlaceHolder 2"/>
          <p:cNvSpPr>
            <a:spLocks noGrp="1"/>
          </p:cNvSpPr>
          <p:nvPr>
            <p:ph type="sldNum" idx="17"/>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CC33C3C3-86BC-4C97-8A13-C63CC5436BA0}"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33" name="PlaceHolder 3"/>
          <p:cNvSpPr>
            <a:spLocks noGrp="1"/>
          </p:cNvSpPr>
          <p:nvPr>
            <p:ph type="dt" idx="18"/>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34" name="Google Shape;124;p54" descr=""/>
          <p:cNvPicPr/>
          <p:nvPr/>
        </p:nvPicPr>
        <p:blipFill>
          <a:blip r:embed="rId2"/>
          <a:stretch/>
        </p:blipFill>
        <p:spPr>
          <a:xfrm>
            <a:off x="8313480" y="136440"/>
            <a:ext cx="698400" cy="1401120"/>
          </a:xfrm>
          <a:prstGeom prst="rect">
            <a:avLst/>
          </a:prstGeom>
          <a:ln w="0">
            <a:noFill/>
          </a:ln>
        </p:spPr>
      </p:pic>
      <p:sp>
        <p:nvSpPr>
          <p:cNvPr id="35" name="Google Shape;125;p54"/>
          <p:cNvSpPr/>
          <p:nvPr/>
        </p:nvSpPr>
        <p:spPr>
          <a:xfrm>
            <a:off x="7344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36" name="Google Shape;126;p54"/>
          <p:cNvCxnSpPr/>
          <p:nvPr/>
        </p:nvCxnSpPr>
        <p:spPr>
          <a:xfrm>
            <a:off x="13680" y="1107360"/>
            <a:ext cx="4364280" cy="1080"/>
          </a:xfrm>
          <a:prstGeom prst="straightConnector1">
            <a:avLst/>
          </a:prstGeom>
          <a:ln w="38100">
            <a:solidFill>
              <a:srgbClr val="dfa267"/>
            </a:solidFill>
            <a:round/>
          </a:ln>
        </p:spPr>
      </p:cxnSp>
      <p:sp>
        <p:nvSpPr>
          <p:cNvPr id="37" name="PlaceHolder 1"/>
          <p:cNvSpPr>
            <a:spLocks noGrp="1"/>
          </p:cNvSpPr>
          <p:nvPr>
            <p:ph type="ftr" idx="19"/>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8" name="PlaceHolder 2"/>
          <p:cNvSpPr>
            <a:spLocks noGrp="1"/>
          </p:cNvSpPr>
          <p:nvPr>
            <p:ph type="sldNum" idx="20"/>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0C276080-8154-4795-9DAE-ED512AE60C69}"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39" name="PlaceHolder 3"/>
          <p:cNvSpPr>
            <a:spLocks noGrp="1"/>
          </p:cNvSpPr>
          <p:nvPr>
            <p:ph type="dt" idx="21"/>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40" name="Google Shape;132;p55" descr=""/>
          <p:cNvPicPr/>
          <p:nvPr/>
        </p:nvPicPr>
        <p:blipFill>
          <a:blip r:embed="rId2"/>
          <a:stretch/>
        </p:blipFill>
        <p:spPr>
          <a:xfrm>
            <a:off x="8313480" y="136440"/>
            <a:ext cx="698400" cy="1401120"/>
          </a:xfrm>
          <a:prstGeom prst="rect">
            <a:avLst/>
          </a:prstGeom>
          <a:ln w="0">
            <a:noFill/>
          </a:ln>
        </p:spPr>
      </p:pic>
      <p:sp>
        <p:nvSpPr>
          <p:cNvPr id="41" name="Google Shape;133;p55"/>
          <p:cNvSpPr/>
          <p:nvPr/>
        </p:nvSpPr>
        <p:spPr>
          <a:xfrm>
            <a:off x="7344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42" name="Google Shape;134;p55"/>
          <p:cNvCxnSpPr/>
          <p:nvPr/>
        </p:nvCxnSpPr>
        <p:spPr>
          <a:xfrm>
            <a:off x="13680" y="1107360"/>
            <a:ext cx="4364280" cy="1080"/>
          </a:xfrm>
          <a:prstGeom prst="straightConnector1">
            <a:avLst/>
          </a:prstGeom>
          <a:ln w="38100">
            <a:solidFill>
              <a:srgbClr val="dfa267"/>
            </a:solidFill>
            <a:round/>
          </a:ln>
        </p:spPr>
      </p:cxnSp>
      <p:sp>
        <p:nvSpPr>
          <p:cNvPr id="43" name="PlaceHolder 1"/>
          <p:cNvSpPr>
            <a:spLocks noGrp="1"/>
          </p:cNvSpPr>
          <p:nvPr>
            <p:ph type="ftr" idx="22"/>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2"/>
          <p:cNvSpPr>
            <a:spLocks noGrp="1"/>
          </p:cNvSpPr>
          <p:nvPr>
            <p:ph type="sldNum" idx="23"/>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D9B8883B-9EC4-4FD0-ADC9-486D819941FC}"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45" name="PlaceHolder 3"/>
          <p:cNvSpPr>
            <a:spLocks noGrp="1"/>
          </p:cNvSpPr>
          <p:nvPr>
            <p:ph type="dt" idx="24"/>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46" name="Google Shape;140;p56" descr=""/>
          <p:cNvPicPr/>
          <p:nvPr/>
        </p:nvPicPr>
        <p:blipFill>
          <a:blip r:embed="rId2"/>
          <a:stretch/>
        </p:blipFill>
        <p:spPr>
          <a:xfrm>
            <a:off x="8313480" y="136440"/>
            <a:ext cx="698400" cy="1401120"/>
          </a:xfrm>
          <a:prstGeom prst="rect">
            <a:avLst/>
          </a:prstGeom>
          <a:ln w="0">
            <a:noFill/>
          </a:ln>
        </p:spPr>
      </p:pic>
      <p:sp>
        <p:nvSpPr>
          <p:cNvPr id="47" name="Google Shape;141;p56"/>
          <p:cNvSpPr/>
          <p:nvPr/>
        </p:nvSpPr>
        <p:spPr>
          <a:xfrm>
            <a:off x="7344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48" name="Google Shape;142;p56"/>
          <p:cNvCxnSpPr/>
          <p:nvPr/>
        </p:nvCxnSpPr>
        <p:spPr>
          <a:xfrm>
            <a:off x="13680" y="1107360"/>
            <a:ext cx="4364280" cy="1080"/>
          </a:xfrm>
          <a:prstGeom prst="straightConnector1">
            <a:avLst/>
          </a:prstGeom>
          <a:ln w="38100">
            <a:solidFill>
              <a:srgbClr val="dfa267"/>
            </a:solidFill>
            <a:round/>
          </a:ln>
        </p:spPr>
      </p:cxnSp>
      <p:sp>
        <p:nvSpPr>
          <p:cNvPr id="49" name="PlaceHolder 1"/>
          <p:cNvSpPr>
            <a:spLocks noGrp="1"/>
          </p:cNvSpPr>
          <p:nvPr>
            <p:ph type="ftr" idx="25"/>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0" name="PlaceHolder 2"/>
          <p:cNvSpPr>
            <a:spLocks noGrp="1"/>
          </p:cNvSpPr>
          <p:nvPr>
            <p:ph type="sldNum" idx="26"/>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6F9E09A2-2032-4812-8665-F6E3160D7B06}"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51" name="PlaceHolder 3"/>
          <p:cNvSpPr>
            <a:spLocks noGrp="1"/>
          </p:cNvSpPr>
          <p:nvPr>
            <p:ph type="dt" idx="27"/>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2" name="Google Shape;148;p57" descr=""/>
          <p:cNvPicPr/>
          <p:nvPr/>
        </p:nvPicPr>
        <p:blipFill>
          <a:blip r:embed="rId2"/>
          <a:stretch/>
        </p:blipFill>
        <p:spPr>
          <a:xfrm>
            <a:off x="8313480" y="136440"/>
            <a:ext cx="698400" cy="1401120"/>
          </a:xfrm>
          <a:prstGeom prst="rect">
            <a:avLst/>
          </a:prstGeom>
          <a:ln w="0">
            <a:noFill/>
          </a:ln>
        </p:spPr>
      </p:pic>
      <p:sp>
        <p:nvSpPr>
          <p:cNvPr id="53" name="Google Shape;149;p57"/>
          <p:cNvSpPr/>
          <p:nvPr/>
        </p:nvSpPr>
        <p:spPr>
          <a:xfrm>
            <a:off x="7344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54" name="Google Shape;150;p57"/>
          <p:cNvCxnSpPr/>
          <p:nvPr/>
        </p:nvCxnSpPr>
        <p:spPr>
          <a:xfrm>
            <a:off x="13680" y="1107360"/>
            <a:ext cx="4364280" cy="1080"/>
          </a:xfrm>
          <a:prstGeom prst="straightConnector1">
            <a:avLst/>
          </a:prstGeom>
          <a:ln w="38100">
            <a:solidFill>
              <a:srgbClr val="dfa267"/>
            </a:solidFill>
            <a:round/>
          </a:ln>
        </p:spPr>
      </p:cxnSp>
      <p:sp>
        <p:nvSpPr>
          <p:cNvPr id="55" name="PlaceHolder 1"/>
          <p:cNvSpPr>
            <a:spLocks noGrp="1"/>
          </p:cNvSpPr>
          <p:nvPr>
            <p:ph type="ftr" idx="28"/>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6" name="PlaceHolder 2"/>
          <p:cNvSpPr>
            <a:spLocks noGrp="1"/>
          </p:cNvSpPr>
          <p:nvPr>
            <p:ph type="sldNum" idx="29"/>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676C9A02-BBF9-4798-BF2C-65CA603EE703}"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57" name="PlaceHolder 3"/>
          <p:cNvSpPr>
            <a:spLocks noGrp="1"/>
          </p:cNvSpPr>
          <p:nvPr>
            <p:ph type="dt" idx="30"/>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8" name="Google Shape;155;p58" descr=""/>
          <p:cNvPicPr/>
          <p:nvPr/>
        </p:nvPicPr>
        <p:blipFill>
          <a:blip r:embed="rId2"/>
          <a:stretch/>
        </p:blipFill>
        <p:spPr>
          <a:xfrm>
            <a:off x="8289720" y="136440"/>
            <a:ext cx="698400" cy="1401120"/>
          </a:xfrm>
          <a:prstGeom prst="rect">
            <a:avLst/>
          </a:prstGeom>
          <a:ln w="0">
            <a:noFill/>
          </a:ln>
        </p:spPr>
      </p:pic>
      <p:sp>
        <p:nvSpPr>
          <p:cNvPr id="59" name="Google Shape;156;p58"/>
          <p:cNvSpPr/>
          <p:nvPr/>
        </p:nvSpPr>
        <p:spPr>
          <a:xfrm>
            <a:off x="7092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60" name="Google Shape;157;p58"/>
          <p:cNvCxnSpPr/>
          <p:nvPr/>
        </p:nvCxnSpPr>
        <p:spPr>
          <a:xfrm>
            <a:off x="13680" y="1120320"/>
            <a:ext cx="4559400" cy="1080"/>
          </a:xfrm>
          <a:prstGeom prst="straightConnector1">
            <a:avLst/>
          </a:prstGeom>
          <a:ln w="38100">
            <a:solidFill>
              <a:srgbClr val="dfa267"/>
            </a:solidFill>
            <a:round/>
          </a:ln>
        </p:spPr>
      </p:cxnSp>
      <p:sp>
        <p:nvSpPr>
          <p:cNvPr id="61" name="PlaceHolder 1"/>
          <p:cNvSpPr>
            <a:spLocks noGrp="1"/>
          </p:cNvSpPr>
          <p:nvPr>
            <p:ph type="ftr" idx="31"/>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2" name="PlaceHolder 2"/>
          <p:cNvSpPr>
            <a:spLocks noGrp="1"/>
          </p:cNvSpPr>
          <p:nvPr>
            <p:ph type="sldNum" idx="32"/>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ABD54B1E-806C-4F73-8B9B-916095559590}"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63" name="PlaceHolder 3"/>
          <p:cNvSpPr>
            <a:spLocks noGrp="1"/>
          </p:cNvSpPr>
          <p:nvPr>
            <p:ph type="dt" idx="33"/>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64" name="Google Shape;25;p40" descr=""/>
          <p:cNvPicPr/>
          <p:nvPr/>
        </p:nvPicPr>
        <p:blipFill>
          <a:blip r:embed="rId2"/>
          <a:stretch/>
        </p:blipFill>
        <p:spPr>
          <a:xfrm>
            <a:off x="8368560" y="133560"/>
            <a:ext cx="698400" cy="1401120"/>
          </a:xfrm>
          <a:prstGeom prst="rect">
            <a:avLst/>
          </a:prstGeom>
          <a:ln w="0">
            <a:noFill/>
          </a:ln>
        </p:spPr>
      </p:pic>
      <p:sp>
        <p:nvSpPr>
          <p:cNvPr id="65" name="Google Shape;26;p40"/>
          <p:cNvSpPr/>
          <p:nvPr/>
        </p:nvSpPr>
        <p:spPr>
          <a:xfrm>
            <a:off x="217440" y="840600"/>
            <a:ext cx="648720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3600" spc="-1" strike="noStrike">
                <a:solidFill>
                  <a:srgbClr val="0070c0"/>
                </a:solidFill>
                <a:latin typeface="Calibri"/>
                <a:ea typeface="Calibri"/>
              </a:rPr>
              <a:t>OOAD and SE</a:t>
            </a:r>
            <a:endParaRPr b="0" lang="en-US" sz="3600" spc="-1" strike="noStrike">
              <a:solidFill>
                <a:srgbClr val="000000"/>
              </a:solidFill>
              <a:latin typeface="Arial"/>
            </a:endParaRPr>
          </a:p>
        </p:txBody>
      </p:sp>
      <p:grpSp>
        <p:nvGrpSpPr>
          <p:cNvPr id="66" name="Google Shape;27;p40"/>
          <p:cNvGrpSpPr/>
          <p:nvPr/>
        </p:nvGrpSpPr>
        <p:grpSpPr>
          <a:xfrm>
            <a:off x="245880" y="4940280"/>
            <a:ext cx="799200" cy="1076040"/>
            <a:chOff x="245880" y="4940280"/>
            <a:chExt cx="799200" cy="1076040"/>
          </a:xfrm>
        </p:grpSpPr>
        <p:sp>
          <p:nvSpPr>
            <p:cNvPr id="67" name="Google Shape;28;p40"/>
            <p:cNvSpPr/>
            <p:nvPr/>
          </p:nvSpPr>
          <p:spPr>
            <a:xfrm rot="5400000">
              <a:off x="623160" y="5594400"/>
              <a:ext cx="44640" cy="799200"/>
            </a:xfrm>
            <a:prstGeom prst="rect">
              <a:avLst/>
            </a:prstGeom>
            <a:solidFill>
              <a:srgbClr val="f4b08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US" sz="1800" spc="-1" strike="noStrike">
                <a:solidFill>
                  <a:schemeClr val="lt1"/>
                </a:solidFill>
                <a:latin typeface="Calibri"/>
                <a:ea typeface="Calibri"/>
              </a:endParaRPr>
            </a:p>
          </p:txBody>
        </p:sp>
        <p:sp>
          <p:nvSpPr>
            <p:cNvPr id="68" name="Google Shape;29;p40"/>
            <p:cNvSpPr/>
            <p:nvPr/>
          </p:nvSpPr>
          <p:spPr>
            <a:xfrm rot="10800000">
              <a:off x="246240" y="4940280"/>
              <a:ext cx="33120" cy="1065960"/>
            </a:xfrm>
            <a:prstGeom prst="rect">
              <a:avLst/>
            </a:prstGeom>
            <a:solidFill>
              <a:srgbClr val="f4b08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US" sz="1800" spc="-1" strike="noStrike">
                <a:solidFill>
                  <a:schemeClr val="lt1"/>
                </a:solidFill>
                <a:latin typeface="Calibri"/>
                <a:ea typeface="Calibri"/>
              </a:endParaRPr>
            </a:p>
          </p:txBody>
        </p:sp>
      </p:grpSp>
      <p:cxnSp>
        <p:nvCxnSpPr>
          <p:cNvPr id="69" name="Google Shape;30;p40"/>
          <p:cNvCxnSpPr/>
          <p:nvPr/>
        </p:nvCxnSpPr>
        <p:spPr>
          <a:xfrm>
            <a:off x="2160" y="2094120"/>
            <a:ext cx="4750200" cy="1080"/>
          </a:xfrm>
          <a:prstGeom prst="straightConnector1">
            <a:avLst/>
          </a:prstGeom>
          <a:ln w="38100">
            <a:solidFill>
              <a:srgbClr val="dfa267"/>
            </a:solidFill>
            <a:miter/>
          </a:ln>
        </p:spPr>
      </p:cxnSp>
      <p:sp>
        <p:nvSpPr>
          <p:cNvPr id="70" name="Google Shape;31;p40"/>
          <p:cNvSpPr/>
          <p:nvPr/>
        </p:nvSpPr>
        <p:spPr>
          <a:xfrm>
            <a:off x="345600" y="4201560"/>
            <a:ext cx="5621760" cy="14310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chemeClr val="dk1"/>
                </a:solidFill>
                <a:latin typeface="Calibri"/>
                <a:ea typeface="Calibri"/>
              </a:rPr>
              <a:t>Dr. H.L. Phalachandra</a:t>
            </a:r>
            <a:endParaRPr b="0" lang="en-US" sz="2400" spc="-1" strike="noStrike">
              <a:solidFill>
                <a:srgbClr val="000000"/>
              </a:solidFill>
              <a:latin typeface="Arial"/>
            </a:endParaRPr>
          </a:p>
          <a:p>
            <a:pPr>
              <a:lnSpc>
                <a:spcPct val="100000"/>
              </a:lnSpc>
              <a:tabLst>
                <a:tab algn="l" pos="0"/>
              </a:tabLst>
            </a:pPr>
            <a:r>
              <a:rPr b="0" lang="en-US" sz="2000" spc="-1" strike="noStrike">
                <a:solidFill>
                  <a:schemeClr val="dk1"/>
                </a:solidFill>
                <a:latin typeface="Calibri"/>
                <a:ea typeface="Calibri"/>
              </a:rPr>
              <a:t>Department of Computer Science and Engineering</a:t>
            </a:r>
            <a:endParaRPr b="0" lang="en-US" sz="2000" spc="-1" strike="noStrike">
              <a:solidFill>
                <a:srgbClr val="000000"/>
              </a:solidFill>
              <a:latin typeface="Arial"/>
            </a:endParaRPr>
          </a:p>
          <a:p>
            <a:pPr>
              <a:lnSpc>
                <a:spcPct val="100000"/>
              </a:lnSpc>
              <a:tabLst>
                <a:tab algn="l" pos="0"/>
              </a:tabLst>
            </a:pPr>
            <a:r>
              <a:rPr b="0" lang="en-US" sz="2000" spc="-1" strike="noStrike">
                <a:solidFill>
                  <a:schemeClr val="dk1"/>
                </a:solidFill>
                <a:latin typeface="Calibri"/>
                <a:ea typeface="Calibri"/>
              </a:rPr>
              <a:t>                 </a:t>
            </a:r>
            <a:r>
              <a:rPr b="0" lang="en-US" sz="2000" spc="-1" strike="noStrike">
                <a:solidFill>
                  <a:schemeClr val="dk1"/>
                </a:solidFill>
                <a:latin typeface="Calibri"/>
                <a:ea typeface="Calibri"/>
              </a:rPr>
              <a:t>leveraging some information from slides of</a:t>
            </a:r>
            <a:endParaRPr b="0" lang="en-US" sz="2000" spc="-1" strike="noStrike">
              <a:solidFill>
                <a:srgbClr val="000000"/>
              </a:solidFill>
              <a:latin typeface="Arial"/>
            </a:endParaRPr>
          </a:p>
          <a:p>
            <a:pPr>
              <a:lnSpc>
                <a:spcPct val="100000"/>
              </a:lnSpc>
              <a:tabLst>
                <a:tab algn="l" pos="0"/>
              </a:tabLst>
            </a:pPr>
            <a:r>
              <a:rPr b="1" lang="en-US" sz="2400" spc="-1" strike="noStrike">
                <a:solidFill>
                  <a:schemeClr val="dk1"/>
                </a:solidFill>
                <a:latin typeface="Calibri"/>
                <a:ea typeface="Calibri"/>
              </a:rPr>
              <a:t>Prof. Vinay Joshi </a:t>
            </a:r>
            <a:endParaRPr b="0" lang="en-US" sz="2400" spc="-1" strike="noStrike">
              <a:solidFill>
                <a:srgbClr val="000000"/>
              </a:solidFill>
              <a:latin typeface="Arial"/>
            </a:endParaRPr>
          </a:p>
        </p:txBody>
      </p:sp>
      <p:sp>
        <p:nvSpPr>
          <p:cNvPr id="71" name="Google Shape;32;p40"/>
          <p:cNvSpPr/>
          <p:nvPr/>
        </p:nvSpPr>
        <p:spPr>
          <a:xfrm>
            <a:off x="245160" y="6017400"/>
            <a:ext cx="6211800" cy="8600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tabLst>
                <a:tab algn="l" pos="0"/>
              </a:tabLst>
            </a:pPr>
            <a:r>
              <a:rPr b="1" lang="en-US" sz="1050" spc="-1" strike="noStrike">
                <a:solidFill>
                  <a:srgbClr val="7f7f7f"/>
                </a:solidFill>
                <a:latin typeface="Calibri"/>
                <a:ea typeface="Calibri"/>
              </a:rPr>
              <a:t>Acknowledgements: </a:t>
            </a:r>
            <a:r>
              <a:rPr b="1" lang="en-US" sz="1000" spc="-1" strike="noStrike">
                <a:solidFill>
                  <a:srgbClr val="7f7f7f"/>
                </a:solidFill>
                <a:latin typeface="Calibri"/>
                <a:ea typeface="Calibri"/>
              </a:rPr>
              <a:t>Significant portions of the information in the slide sets presented through the course in the class, are extracted from the prescribed text books, information from the Internet and supplemented by my experience. Since these are only intended for presentation for teaching within PESU, there was no explicit permission solicited. We would like to sincerely thank and acknowledge that the credit/rights remain with the original authors/creators only</a:t>
            </a:r>
            <a:endParaRPr b="0" lang="en-US" sz="1000" spc="-1" strike="noStrike">
              <a:solidFill>
                <a:srgbClr val="000000"/>
              </a:solidFill>
              <a:latin typeface="Arial"/>
            </a:endParaRPr>
          </a:p>
        </p:txBody>
      </p:sp>
      <p:sp>
        <p:nvSpPr>
          <p:cNvPr id="72" name="PlaceHolder 1"/>
          <p:cNvSpPr>
            <a:spLocks noGrp="1"/>
          </p:cNvSpPr>
          <p:nvPr>
            <p:ph type="ftr" idx="34"/>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3" name="PlaceHolder 2"/>
          <p:cNvSpPr>
            <a:spLocks noGrp="1"/>
          </p:cNvSpPr>
          <p:nvPr>
            <p:ph type="sldNum" idx="35"/>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589A92DA-99DB-477F-9FED-8225E2D8D5BB}"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74" name="PlaceHolder 3"/>
          <p:cNvSpPr>
            <a:spLocks noGrp="1"/>
          </p:cNvSpPr>
          <p:nvPr>
            <p:ph type="dt" idx="36"/>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75" name="Google Shape;162;p59" descr=""/>
          <p:cNvPicPr/>
          <p:nvPr/>
        </p:nvPicPr>
        <p:blipFill>
          <a:blip r:embed="rId2"/>
          <a:stretch/>
        </p:blipFill>
        <p:spPr>
          <a:xfrm>
            <a:off x="8289720" y="136440"/>
            <a:ext cx="698400" cy="1401120"/>
          </a:xfrm>
          <a:prstGeom prst="rect">
            <a:avLst/>
          </a:prstGeom>
          <a:ln w="0">
            <a:noFill/>
          </a:ln>
        </p:spPr>
      </p:pic>
      <p:sp>
        <p:nvSpPr>
          <p:cNvPr id="76" name="Google Shape;163;p59"/>
          <p:cNvSpPr/>
          <p:nvPr/>
        </p:nvSpPr>
        <p:spPr>
          <a:xfrm>
            <a:off x="7092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77" name="Google Shape;164;p59"/>
          <p:cNvCxnSpPr/>
          <p:nvPr/>
        </p:nvCxnSpPr>
        <p:spPr>
          <a:xfrm>
            <a:off x="13680" y="1120320"/>
            <a:ext cx="4559400" cy="1080"/>
          </a:xfrm>
          <a:prstGeom prst="straightConnector1">
            <a:avLst/>
          </a:prstGeom>
          <a:ln w="38100">
            <a:solidFill>
              <a:srgbClr val="dfa267"/>
            </a:solidFill>
            <a:round/>
          </a:ln>
        </p:spPr>
      </p:cxnSp>
      <p:sp>
        <p:nvSpPr>
          <p:cNvPr id="78" name="PlaceHolder 1"/>
          <p:cNvSpPr>
            <a:spLocks noGrp="1"/>
          </p:cNvSpPr>
          <p:nvPr>
            <p:ph type="ftr" idx="37"/>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9" name="PlaceHolder 2"/>
          <p:cNvSpPr>
            <a:spLocks noGrp="1"/>
          </p:cNvSpPr>
          <p:nvPr>
            <p:ph type="sldNum" idx="38"/>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5ADC00F9-FD90-4844-9E91-3FF072A3174B}"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80" name="PlaceHolder 3"/>
          <p:cNvSpPr>
            <a:spLocks noGrp="1"/>
          </p:cNvSpPr>
          <p:nvPr>
            <p:ph type="dt" idx="39"/>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81" name="Google Shape;169;p60" descr=""/>
          <p:cNvPicPr/>
          <p:nvPr/>
        </p:nvPicPr>
        <p:blipFill>
          <a:blip r:embed="rId2"/>
          <a:stretch/>
        </p:blipFill>
        <p:spPr>
          <a:xfrm>
            <a:off x="8289720" y="136440"/>
            <a:ext cx="698400" cy="1401120"/>
          </a:xfrm>
          <a:prstGeom prst="rect">
            <a:avLst/>
          </a:prstGeom>
          <a:ln w="0">
            <a:noFill/>
          </a:ln>
        </p:spPr>
      </p:pic>
      <p:sp>
        <p:nvSpPr>
          <p:cNvPr id="82" name="Google Shape;170;p60"/>
          <p:cNvSpPr/>
          <p:nvPr/>
        </p:nvSpPr>
        <p:spPr>
          <a:xfrm>
            <a:off x="7092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83" name="Google Shape;171;p60"/>
          <p:cNvCxnSpPr/>
          <p:nvPr/>
        </p:nvCxnSpPr>
        <p:spPr>
          <a:xfrm>
            <a:off x="13680" y="1120320"/>
            <a:ext cx="4559400" cy="1080"/>
          </a:xfrm>
          <a:prstGeom prst="straightConnector1">
            <a:avLst/>
          </a:prstGeom>
          <a:ln w="38100">
            <a:solidFill>
              <a:srgbClr val="dfa267"/>
            </a:solidFill>
            <a:round/>
          </a:ln>
        </p:spPr>
      </p:cxnSp>
      <p:sp>
        <p:nvSpPr>
          <p:cNvPr id="84" name="PlaceHolder 1"/>
          <p:cNvSpPr>
            <a:spLocks noGrp="1"/>
          </p:cNvSpPr>
          <p:nvPr>
            <p:ph type="ftr" idx="40"/>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5" name="PlaceHolder 2"/>
          <p:cNvSpPr>
            <a:spLocks noGrp="1"/>
          </p:cNvSpPr>
          <p:nvPr>
            <p:ph type="sldNum" idx="41"/>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D8469E83-7527-487E-B667-86D1B6C4C3B4}"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86" name="PlaceHolder 3"/>
          <p:cNvSpPr>
            <a:spLocks noGrp="1"/>
          </p:cNvSpPr>
          <p:nvPr>
            <p:ph type="dt" idx="42"/>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7" name="PlaceHolder 1"/>
          <p:cNvSpPr>
            <a:spLocks noGrp="1"/>
          </p:cNvSpPr>
          <p:nvPr>
            <p:ph type="title"/>
          </p:nvPr>
        </p:nvSpPr>
        <p:spPr>
          <a:xfrm>
            <a:off x="628560" y="365040"/>
            <a:ext cx="788580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8" name="PlaceHolder 2"/>
          <p:cNvSpPr>
            <a:spLocks noGrp="1"/>
          </p:cNvSpPr>
          <p:nvPr>
            <p:ph type="body"/>
          </p:nvPr>
        </p:nvSpPr>
        <p:spPr>
          <a:xfrm>
            <a:off x="457200" y="1219320"/>
            <a:ext cx="8228520" cy="4936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9" name="PlaceHolder 3"/>
          <p:cNvSpPr>
            <a:spLocks noGrp="1"/>
          </p:cNvSpPr>
          <p:nvPr>
            <p:ph type="body"/>
          </p:nvPr>
        </p:nvSpPr>
        <p:spPr>
          <a:xfrm>
            <a:off x="457200" y="1219320"/>
            <a:ext cx="8228520" cy="4936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0" name="PlaceHolder 4"/>
          <p:cNvSpPr>
            <a:spLocks noGrp="1"/>
          </p:cNvSpPr>
          <p:nvPr>
            <p:ph type="ftr" idx="43"/>
          </p:nvPr>
        </p:nvSpPr>
        <p:spPr>
          <a:xfrm>
            <a:off x="2362320" y="6400800"/>
            <a:ext cx="4037400" cy="4561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4" name="PlaceHolder 1"/>
          <p:cNvSpPr>
            <a:spLocks noGrp="1"/>
          </p:cNvSpPr>
          <p:nvPr>
            <p:ph type="ftr" idx="44"/>
          </p:nvPr>
        </p:nvSpPr>
        <p:spPr>
          <a:xfrm>
            <a:off x="3657600" y="6243480"/>
            <a:ext cx="2894400" cy="4561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5" name="PlaceHolder 2"/>
          <p:cNvSpPr>
            <a:spLocks noGrp="1"/>
          </p:cNvSpPr>
          <p:nvPr>
            <p:ph type="sldNum" idx="45"/>
          </p:nvPr>
        </p:nvSpPr>
        <p:spPr>
          <a:xfrm>
            <a:off x="7042320" y="6243480"/>
            <a:ext cx="1904040" cy="4561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A07F2368-D5DB-4AD4-AD45-A1DF0AAA8246}"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96" name="PlaceHolder 3"/>
          <p:cNvSpPr>
            <a:spLocks noGrp="1"/>
          </p:cNvSpPr>
          <p:nvPr>
            <p:ph type="dt" idx="46"/>
          </p:nvPr>
        </p:nvSpPr>
        <p:spPr>
          <a:xfrm>
            <a:off x="1162080" y="6243480"/>
            <a:ext cx="1904040" cy="4561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7" name="PlaceHolder 1"/>
          <p:cNvSpPr>
            <a:spLocks noGrp="1"/>
          </p:cNvSpPr>
          <p:nvPr>
            <p:ph type="title"/>
          </p:nvPr>
        </p:nvSpPr>
        <p:spPr>
          <a:xfrm>
            <a:off x="628560" y="365040"/>
            <a:ext cx="788580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8" name="PlaceHolder 2"/>
          <p:cNvSpPr>
            <a:spLocks noGrp="1"/>
          </p:cNvSpPr>
          <p:nvPr>
            <p:ph type="body"/>
          </p:nvPr>
        </p:nvSpPr>
        <p:spPr>
          <a:xfrm>
            <a:off x="457200" y="1219320"/>
            <a:ext cx="8228520" cy="4936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9" name="PlaceHolder 3"/>
          <p:cNvSpPr>
            <a:spLocks noGrp="1"/>
          </p:cNvSpPr>
          <p:nvPr>
            <p:ph type="body"/>
          </p:nvPr>
        </p:nvSpPr>
        <p:spPr>
          <a:xfrm>
            <a:off x="457200" y="1219320"/>
            <a:ext cx="8228520" cy="4936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0" name="PlaceHolder 4"/>
          <p:cNvSpPr>
            <a:spLocks noGrp="1"/>
          </p:cNvSpPr>
          <p:nvPr>
            <p:ph type="ftr" idx="47"/>
          </p:nvPr>
        </p:nvSpPr>
        <p:spPr>
          <a:xfrm>
            <a:off x="2362320" y="6400800"/>
            <a:ext cx="4037400" cy="4561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628560" y="365040"/>
            <a:ext cx="788580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5" name="PlaceHolder 2"/>
          <p:cNvSpPr>
            <a:spLocks noGrp="1"/>
          </p:cNvSpPr>
          <p:nvPr>
            <p:ph type="ftr" idx="48"/>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6" name="PlaceHolder 3"/>
          <p:cNvSpPr>
            <a:spLocks noGrp="1"/>
          </p:cNvSpPr>
          <p:nvPr>
            <p:ph type="sldNum" idx="49"/>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6A451AAE-D451-42B2-83CC-5372EE781A06}"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07" name="PlaceHolder 4"/>
          <p:cNvSpPr>
            <a:spLocks noGrp="1"/>
          </p:cNvSpPr>
          <p:nvPr>
            <p:ph type="dt" idx="50"/>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09" name="Google Shape;37;p42" descr=""/>
          <p:cNvPicPr/>
          <p:nvPr/>
        </p:nvPicPr>
        <p:blipFill>
          <a:blip r:embed="rId2"/>
          <a:stretch/>
        </p:blipFill>
        <p:spPr>
          <a:xfrm>
            <a:off x="8289720" y="136440"/>
            <a:ext cx="698400" cy="1401120"/>
          </a:xfrm>
          <a:prstGeom prst="rect">
            <a:avLst/>
          </a:prstGeom>
          <a:ln w="0">
            <a:noFill/>
          </a:ln>
        </p:spPr>
      </p:pic>
      <p:sp>
        <p:nvSpPr>
          <p:cNvPr id="110" name="Google Shape;38;p42"/>
          <p:cNvSpPr/>
          <p:nvPr/>
        </p:nvSpPr>
        <p:spPr>
          <a:xfrm>
            <a:off x="14040" y="0"/>
            <a:ext cx="6766200" cy="63828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Calibri"/>
                <a:ea typeface="Calibri"/>
              </a:rPr>
              <a:t>Behavioral Models for Solving a Problem</a:t>
            </a:r>
            <a:endParaRPr b="0" lang="en-US" sz="2400" spc="-1" strike="noStrike">
              <a:solidFill>
                <a:srgbClr val="000000"/>
              </a:solidFill>
              <a:latin typeface="Arial"/>
            </a:endParaRPr>
          </a:p>
        </p:txBody>
      </p:sp>
      <p:cxnSp>
        <p:nvCxnSpPr>
          <p:cNvPr id="111" name="Google Shape;39;p42"/>
          <p:cNvCxnSpPr/>
          <p:nvPr/>
        </p:nvCxnSpPr>
        <p:spPr>
          <a:xfrm>
            <a:off x="13680" y="1087560"/>
            <a:ext cx="4364280" cy="1080"/>
          </a:xfrm>
          <a:prstGeom prst="straightConnector1">
            <a:avLst/>
          </a:prstGeom>
          <a:ln w="38100">
            <a:solidFill>
              <a:srgbClr val="dfa267"/>
            </a:solidFill>
            <a:miter/>
          </a:ln>
        </p:spPr>
      </p:cxnSp>
      <p:sp>
        <p:nvSpPr>
          <p:cNvPr id="112" name="PlaceHolder 1"/>
          <p:cNvSpPr>
            <a:spLocks noGrp="1"/>
          </p:cNvSpPr>
          <p:nvPr>
            <p:ph type="ftr" idx="51"/>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3" name="PlaceHolder 2"/>
          <p:cNvSpPr>
            <a:spLocks noGrp="1"/>
          </p:cNvSpPr>
          <p:nvPr>
            <p:ph type="sldNum" idx="52"/>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B2688597-E4DA-41F4-AF66-BC448F7D963D}"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14" name="PlaceHolder 3"/>
          <p:cNvSpPr>
            <a:spLocks noGrp="1"/>
          </p:cNvSpPr>
          <p:nvPr>
            <p:ph type="dt" idx="53"/>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3"/>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15" name="Google Shape;44;p43" descr=""/>
          <p:cNvPicPr/>
          <p:nvPr/>
        </p:nvPicPr>
        <p:blipFill>
          <a:blip r:embed="rId2"/>
          <a:stretch/>
        </p:blipFill>
        <p:spPr>
          <a:xfrm>
            <a:off x="1112760" y="1785240"/>
            <a:ext cx="1777680" cy="3553200"/>
          </a:xfrm>
          <a:prstGeom prst="rect">
            <a:avLst/>
          </a:prstGeom>
          <a:ln w="0">
            <a:noFill/>
          </a:ln>
        </p:spPr>
      </p:pic>
      <p:cxnSp>
        <p:nvCxnSpPr>
          <p:cNvPr id="116" name="Google Shape;45;p43"/>
          <p:cNvCxnSpPr/>
          <p:nvPr/>
        </p:nvCxnSpPr>
        <p:spPr>
          <a:xfrm>
            <a:off x="3440880" y="2763720"/>
            <a:ext cx="3437280" cy="1080"/>
          </a:xfrm>
          <a:prstGeom prst="straightConnector1">
            <a:avLst/>
          </a:prstGeom>
          <a:ln w="38100">
            <a:solidFill>
              <a:srgbClr val="dfa267"/>
            </a:solidFill>
            <a:miter/>
          </a:ln>
        </p:spPr>
      </p:cxnSp>
      <p:sp>
        <p:nvSpPr>
          <p:cNvPr id="117" name="Google Shape;46;p43"/>
          <p:cNvSpPr/>
          <p:nvPr/>
        </p:nvSpPr>
        <p:spPr>
          <a:xfrm>
            <a:off x="3370320" y="1965240"/>
            <a:ext cx="2343600" cy="57744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3200" spc="-1" strike="noStrike">
                <a:solidFill>
                  <a:srgbClr val="f4b350"/>
                </a:solidFill>
                <a:latin typeface="Calibri"/>
                <a:ea typeface="Calibri"/>
              </a:rPr>
              <a:t>THANK YOU</a:t>
            </a:r>
            <a:endParaRPr b="0" lang="en-US" sz="3200" spc="-1" strike="noStrike">
              <a:solidFill>
                <a:srgbClr val="000000"/>
              </a:solidFill>
              <a:latin typeface="Arial"/>
            </a:endParaRPr>
          </a:p>
        </p:txBody>
      </p:sp>
      <p:sp>
        <p:nvSpPr>
          <p:cNvPr id="118" name="Google Shape;47;p43"/>
          <p:cNvSpPr/>
          <p:nvPr/>
        </p:nvSpPr>
        <p:spPr>
          <a:xfrm>
            <a:off x="3440880" y="2890440"/>
            <a:ext cx="5621760" cy="106524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chemeClr val="dk1"/>
                </a:solidFill>
                <a:latin typeface="Calibri"/>
                <a:ea typeface="Calibri"/>
              </a:rPr>
              <a:t>Dr. H. L. Phalachandra</a:t>
            </a:r>
            <a:endParaRPr b="0" lang="en-US" sz="2400" spc="-1" strike="noStrike">
              <a:solidFill>
                <a:srgbClr val="000000"/>
              </a:solidFill>
              <a:latin typeface="Arial"/>
            </a:endParaRPr>
          </a:p>
          <a:p>
            <a:pPr>
              <a:lnSpc>
                <a:spcPct val="100000"/>
              </a:lnSpc>
              <a:tabLst>
                <a:tab algn="l" pos="0"/>
              </a:tabLst>
            </a:pPr>
            <a:r>
              <a:rPr b="0" lang="en-US" sz="2000" spc="-1" strike="noStrike">
                <a:solidFill>
                  <a:schemeClr val="dk1"/>
                </a:solidFill>
                <a:latin typeface="Calibri"/>
                <a:ea typeface="Calibri"/>
              </a:rPr>
              <a:t>Department of Computer Science and Engineering</a:t>
            </a:r>
            <a:endParaRPr b="0" lang="en-US" sz="2000" spc="-1" strike="noStrike">
              <a:solidFill>
                <a:srgbClr val="000000"/>
              </a:solidFill>
              <a:latin typeface="Arial"/>
            </a:endParaRPr>
          </a:p>
          <a:p>
            <a:pPr>
              <a:lnSpc>
                <a:spcPct val="100000"/>
              </a:lnSpc>
              <a:tabLst>
                <a:tab algn="l" pos="0"/>
              </a:tabLst>
            </a:pPr>
            <a:r>
              <a:rPr b="0" lang="en-US" sz="2000" spc="-1" strike="noStrike" u="sng">
                <a:solidFill>
                  <a:schemeClr val="dk1"/>
                </a:solidFill>
                <a:uFillTx/>
                <a:latin typeface="Calibri"/>
                <a:ea typeface="Calibri"/>
                <a:hlinkClick r:id="rId3"/>
              </a:rPr>
              <a:t>phalachandra@pes.edu</a:t>
            </a:r>
            <a:endParaRPr b="0" lang="en-US" sz="2000" spc="-1" strike="noStrike">
              <a:solidFill>
                <a:srgbClr val="000000"/>
              </a:solidFill>
              <a:latin typeface="Arial"/>
            </a:endParaRPr>
          </a:p>
        </p:txBody>
      </p:sp>
      <p:sp>
        <p:nvSpPr>
          <p:cNvPr id="119" name="PlaceHolder 1"/>
          <p:cNvSpPr>
            <a:spLocks noGrp="1"/>
          </p:cNvSpPr>
          <p:nvPr>
            <p:ph type="ftr" idx="54"/>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0" name="PlaceHolder 2"/>
          <p:cNvSpPr>
            <a:spLocks noGrp="1"/>
          </p:cNvSpPr>
          <p:nvPr>
            <p:ph type="sldNum" idx="55"/>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A2841266-A443-44D5-8D7C-F63F3073E563}"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21" name="PlaceHolder 3"/>
          <p:cNvSpPr>
            <a:spLocks noGrp="1"/>
          </p:cNvSpPr>
          <p:nvPr>
            <p:ph type="dt" idx="56"/>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4"/>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2" name="PlaceHolder 1"/>
          <p:cNvSpPr>
            <a:spLocks noGrp="1"/>
          </p:cNvSpPr>
          <p:nvPr>
            <p:ph type="ftr" idx="57"/>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3" name="PlaceHolder 2"/>
          <p:cNvSpPr>
            <a:spLocks noGrp="1"/>
          </p:cNvSpPr>
          <p:nvPr>
            <p:ph type="sldNum" idx="58"/>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A2BFC7C3-D7DD-4C1D-A422-31433C3D4A80}"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24" name="PlaceHolder 3"/>
          <p:cNvSpPr>
            <a:spLocks noGrp="1"/>
          </p:cNvSpPr>
          <p:nvPr>
            <p:ph type="dt" idx="59"/>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25" name="Google Shape;61;p45" descr=""/>
          <p:cNvPicPr/>
          <p:nvPr/>
        </p:nvPicPr>
        <p:blipFill>
          <a:blip r:embed="rId2"/>
          <a:stretch/>
        </p:blipFill>
        <p:spPr>
          <a:xfrm>
            <a:off x="8305560" y="136440"/>
            <a:ext cx="698400" cy="1401120"/>
          </a:xfrm>
          <a:prstGeom prst="rect">
            <a:avLst/>
          </a:prstGeom>
          <a:ln w="0">
            <a:noFill/>
          </a:ln>
        </p:spPr>
      </p:pic>
      <p:sp>
        <p:nvSpPr>
          <p:cNvPr id="126" name="PlaceHolder 1"/>
          <p:cNvSpPr>
            <a:spLocks noGrp="1"/>
          </p:cNvSpPr>
          <p:nvPr>
            <p:ph type="ftr" idx="60"/>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7" name="PlaceHolder 2"/>
          <p:cNvSpPr>
            <a:spLocks noGrp="1"/>
          </p:cNvSpPr>
          <p:nvPr>
            <p:ph type="sldNum" idx="61"/>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6DE18843-EB5E-4A93-BF50-2CB6E133F50C}"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28" name="PlaceHolder 3"/>
          <p:cNvSpPr>
            <a:spLocks noGrp="1"/>
          </p:cNvSpPr>
          <p:nvPr>
            <p:ph type="dt" idx="62"/>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1" r:id="rId3"/>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9" name="PlaceHolder 1"/>
          <p:cNvSpPr>
            <a:spLocks noGrp="1"/>
          </p:cNvSpPr>
          <p:nvPr>
            <p:ph type="ftr" idx="63"/>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0" name="PlaceHolder 2"/>
          <p:cNvSpPr>
            <a:spLocks noGrp="1"/>
          </p:cNvSpPr>
          <p:nvPr>
            <p:ph type="sldNum" idx="64"/>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4532D6BE-7CF3-4421-96C4-8A5226A1B105}"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31" name="PlaceHolder 3"/>
          <p:cNvSpPr>
            <a:spLocks noGrp="1"/>
          </p:cNvSpPr>
          <p:nvPr>
            <p:ph type="dt" idx="65"/>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32" name="PlaceHolder 1"/>
          <p:cNvSpPr>
            <a:spLocks noGrp="1"/>
          </p:cNvSpPr>
          <p:nvPr>
            <p:ph type="ftr" idx="66"/>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3" name="PlaceHolder 2"/>
          <p:cNvSpPr>
            <a:spLocks noGrp="1"/>
          </p:cNvSpPr>
          <p:nvPr>
            <p:ph type="sldNum" idx="67"/>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34064782-8AA2-4225-89DB-041C9BA8999D}"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34" name="PlaceHolder 3"/>
          <p:cNvSpPr>
            <a:spLocks noGrp="1"/>
          </p:cNvSpPr>
          <p:nvPr>
            <p:ph type="dt" idx="68"/>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35" name="PlaceHolder 1"/>
          <p:cNvSpPr>
            <a:spLocks noGrp="1"/>
          </p:cNvSpPr>
          <p:nvPr>
            <p:ph type="ftr" idx="69"/>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6" name="PlaceHolder 2"/>
          <p:cNvSpPr>
            <a:spLocks noGrp="1"/>
          </p:cNvSpPr>
          <p:nvPr>
            <p:ph type="sldNum" idx="70"/>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0A0D4C79-4A96-442E-ADBD-152A7328CB4A}"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37" name="PlaceHolder 3"/>
          <p:cNvSpPr>
            <a:spLocks noGrp="1"/>
          </p:cNvSpPr>
          <p:nvPr>
            <p:ph type="dt" idx="71"/>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slideLayout" Target="../slideLayouts/slideLayout1.xml"/><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slideLayout" Target="../slideLayouts/slideLayout1.xml"/><Relationship Id="rId5"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hyperlink" Target="https://www.sourcecodeexamples.net/2018/06/low-coupling-grasp-pattern.html" TargetMode="External"/><Relationship Id="rId2" Type="http://schemas.openxmlformats.org/officeDocument/2006/relationships/hyperlink" Target="https://www.geeksforgeeks.org/ad-hoc-inclusion-parametric-coercion-polymorphisms/" TargetMode="External"/><Relationship Id="rId3" Type="http://schemas.openxmlformats.org/officeDocument/2006/relationships/hyperlink" Target="https://www.coursehero.com/file/79874731/Larman-Monopoly-Gamepdf/" TargetMode="External"/><Relationship Id="rId4" Type="http://schemas.openxmlformats.org/officeDocument/2006/relationships/hyperlink" Target="http://www.kamilgrzybek.com/design/grasp-explained/" TargetMode="External"/><Relationship Id="rId5" Type="http://schemas.openxmlformats.org/officeDocument/2006/relationships/image" Target="../media/image5.png"/><Relationship Id="rId6" Type="http://schemas.openxmlformats.org/officeDocument/2006/relationships/slideLayout" Target="../slideLayouts/slideLayout1.xml"/><Relationship Id="rId7"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44" name="Google Shape;196;p2"/>
          <p:cNvGrpSpPr/>
          <p:nvPr/>
        </p:nvGrpSpPr>
        <p:grpSpPr>
          <a:xfrm>
            <a:off x="229320" y="5944320"/>
            <a:ext cx="799200" cy="806400"/>
            <a:chOff x="229320" y="5944320"/>
            <a:chExt cx="799200" cy="806400"/>
          </a:xfrm>
        </p:grpSpPr>
        <p:sp>
          <p:nvSpPr>
            <p:cNvPr id="145" name="Google Shape;197;p2"/>
            <p:cNvSpPr/>
            <p:nvPr/>
          </p:nvSpPr>
          <p:spPr>
            <a:xfrm rot="5400000">
              <a:off x="612360" y="6334560"/>
              <a:ext cx="33120" cy="79920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sp>
          <p:nvSpPr>
            <p:cNvPr id="146" name="Google Shape;198;p2"/>
            <p:cNvSpPr/>
            <p:nvPr/>
          </p:nvSpPr>
          <p:spPr>
            <a:xfrm rot="10800000">
              <a:off x="229320" y="5944320"/>
              <a:ext cx="33120" cy="79920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grpSp>
      <p:cxnSp>
        <p:nvCxnSpPr>
          <p:cNvPr id="147" name="Google Shape;199;p2"/>
          <p:cNvCxnSpPr/>
          <p:nvPr/>
        </p:nvCxnSpPr>
        <p:spPr>
          <a:xfrm>
            <a:off x="3734640" y="3397320"/>
            <a:ext cx="3437280" cy="1080"/>
          </a:xfrm>
          <a:prstGeom prst="straightConnector1">
            <a:avLst/>
          </a:prstGeom>
          <a:ln w="38100">
            <a:solidFill>
              <a:srgbClr val="c55a11"/>
            </a:solidFill>
            <a:miter/>
          </a:ln>
        </p:spPr>
      </p:cxnSp>
      <p:grpSp>
        <p:nvGrpSpPr>
          <p:cNvPr id="148" name="Google Shape;200;p2"/>
          <p:cNvGrpSpPr/>
          <p:nvPr/>
        </p:nvGrpSpPr>
        <p:grpSpPr>
          <a:xfrm>
            <a:off x="8162280" y="1027800"/>
            <a:ext cx="799200" cy="806400"/>
            <a:chOff x="8162280" y="1027800"/>
            <a:chExt cx="799200" cy="806400"/>
          </a:xfrm>
        </p:grpSpPr>
        <p:sp>
          <p:nvSpPr>
            <p:cNvPr id="149" name="Google Shape;201;p2"/>
            <p:cNvSpPr/>
            <p:nvPr/>
          </p:nvSpPr>
          <p:spPr>
            <a:xfrm rot="16200000">
              <a:off x="8545320" y="644760"/>
              <a:ext cx="33120" cy="79920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sp>
          <p:nvSpPr>
            <p:cNvPr id="150" name="Google Shape;202;p2"/>
            <p:cNvSpPr/>
            <p:nvPr/>
          </p:nvSpPr>
          <p:spPr>
            <a:xfrm>
              <a:off x="8928360" y="1035000"/>
              <a:ext cx="33120" cy="79920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grpSp>
      <p:sp>
        <p:nvSpPr>
          <p:cNvPr id="151" name="Google Shape;203;p2"/>
          <p:cNvSpPr/>
          <p:nvPr/>
        </p:nvSpPr>
        <p:spPr>
          <a:xfrm>
            <a:off x="2286000" y="1371600"/>
            <a:ext cx="6408360" cy="1715400"/>
          </a:xfrm>
          <a:prstGeom prst="rect">
            <a:avLst/>
          </a:prstGeom>
          <a:noFill/>
          <a:ln w="0">
            <a:noFill/>
          </a:ln>
        </p:spPr>
        <p:style>
          <a:lnRef idx="0"/>
          <a:fillRef idx="0"/>
          <a:effectRef idx="0"/>
          <a:fontRef idx="minor"/>
        </p:style>
        <p:txBody>
          <a:bodyPr lIns="68400" rIns="68400" tIns="34200" bIns="34200" anchor="t">
            <a:spAutoFit/>
          </a:bodyPr>
          <a:p>
            <a:pPr algn="ctr">
              <a:lnSpc>
                <a:spcPct val="100000"/>
              </a:lnSpc>
              <a:tabLst>
                <a:tab algn="l" pos="0"/>
              </a:tabLst>
            </a:pPr>
            <a:r>
              <a:rPr b="1" lang="en-US" sz="2700" spc="-1" strike="noStrike">
                <a:solidFill>
                  <a:srgbClr val="c55a11"/>
                </a:solidFill>
                <a:latin typeface="Calibri"/>
                <a:ea typeface="Calibri"/>
              </a:rPr>
              <a:t>UE23CS352B - Object Oriented Analysis and Design </a:t>
            </a:r>
            <a:endParaRPr b="0" lang="en-US" sz="2700" spc="-1" strike="noStrike">
              <a:solidFill>
                <a:srgbClr val="000000"/>
              </a:solidFill>
              <a:latin typeface="Arial"/>
            </a:endParaRPr>
          </a:p>
          <a:p>
            <a:pPr algn="ctr">
              <a:lnSpc>
                <a:spcPct val="100000"/>
              </a:lnSpc>
              <a:tabLst>
                <a:tab algn="l" pos="0"/>
              </a:tabLst>
            </a:pPr>
            <a:endParaRPr b="0" lang="en-US" sz="2700" spc="-1" strike="noStrike">
              <a:solidFill>
                <a:srgbClr val="000000"/>
              </a:solidFill>
              <a:latin typeface="Arial"/>
            </a:endParaRPr>
          </a:p>
          <a:p>
            <a:pPr algn="ctr">
              <a:lnSpc>
                <a:spcPct val="100000"/>
              </a:lnSpc>
              <a:tabLst>
                <a:tab algn="l" pos="0"/>
              </a:tabLst>
            </a:pPr>
            <a:r>
              <a:rPr b="1" lang="en-US" sz="2700" spc="-1" strike="noStrike">
                <a:solidFill>
                  <a:srgbClr val="c55a11"/>
                </a:solidFill>
                <a:latin typeface="Calibri"/>
                <a:ea typeface="Calibri"/>
              </a:rPr>
              <a:t>GRASP </a:t>
            </a:r>
            <a:endParaRPr b="0" lang="en-US" sz="2700" spc="-1" strike="noStrike">
              <a:solidFill>
                <a:srgbClr val="000000"/>
              </a:solidFill>
              <a:latin typeface="Arial"/>
            </a:endParaRPr>
          </a:p>
        </p:txBody>
      </p:sp>
      <p:pic>
        <p:nvPicPr>
          <p:cNvPr id="152" name="Google Shape;204;p2" descr=""/>
          <p:cNvPicPr/>
          <p:nvPr/>
        </p:nvPicPr>
        <p:blipFill>
          <a:blip r:embed="rId1"/>
          <a:stretch/>
        </p:blipFill>
        <p:spPr>
          <a:xfrm>
            <a:off x="443160" y="6145920"/>
            <a:ext cx="8366400" cy="447120"/>
          </a:xfrm>
          <a:prstGeom prst="rect">
            <a:avLst/>
          </a:prstGeom>
          <a:ln w="0">
            <a:noFill/>
          </a:ln>
        </p:spPr>
      </p:pic>
      <p:pic>
        <p:nvPicPr>
          <p:cNvPr id="153" name="Google Shape;205;p2" descr="https://lh7-rt.googleusercontent.com/slidesz/AGV_vUfTyFw7WSX9KjaO-w1Rw9d4JRvVdmmfjkmlozulmt3QTqBh9ZxkKZqWVSOL6A0uLppCXIGMj-AK-nArlVJP-7sEU1L0BpmI1S4SGeApMn7CqgdAfgg8nW-E0bt-g7CVWEBjHfNOJLmBMvme8ah0xQ=s2048?key=90YWuivvAQe76yp95CsInCkp"/>
          <p:cNvPicPr/>
          <p:nvPr/>
        </p:nvPicPr>
        <p:blipFill>
          <a:blip r:embed="rId2"/>
          <a:stretch/>
        </p:blipFill>
        <p:spPr>
          <a:xfrm>
            <a:off x="700920" y="1924920"/>
            <a:ext cx="1589400" cy="2943720"/>
          </a:xfrm>
          <a:prstGeom prst="rect">
            <a:avLst/>
          </a:prstGeom>
          <a:ln w="0">
            <a:noFill/>
          </a:ln>
        </p:spPr>
      </p:pic>
      <p:sp>
        <p:nvSpPr>
          <p:cNvPr id="154" name="Google Shape;206;p2"/>
          <p:cNvSpPr/>
          <p:nvPr/>
        </p:nvSpPr>
        <p:spPr>
          <a:xfrm>
            <a:off x="3657600" y="3793680"/>
            <a:ext cx="5096880" cy="98244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en-US" sz="2100" spc="-1" strike="noStrike">
                <a:solidFill>
                  <a:schemeClr val="dk1"/>
                </a:solidFill>
                <a:latin typeface="Calibri"/>
                <a:ea typeface="Calibri"/>
              </a:rPr>
              <a:t>Prof. Shridevi A Sawant</a:t>
            </a:r>
            <a:endParaRPr b="0" lang="en-US" sz="2100" spc="-1" strike="noStrike">
              <a:solidFill>
                <a:srgbClr val="000000"/>
              </a:solidFill>
              <a:latin typeface="Arial"/>
            </a:endParaRPr>
          </a:p>
          <a:p>
            <a:pPr>
              <a:lnSpc>
                <a:spcPct val="100000"/>
              </a:lnSpc>
              <a:tabLst>
                <a:tab algn="l" pos="0"/>
              </a:tabLst>
            </a:pPr>
            <a:r>
              <a:rPr b="1" lang="en-US" sz="2100" spc="-1" strike="noStrike">
                <a:solidFill>
                  <a:schemeClr val="dk1"/>
                </a:solidFill>
                <a:latin typeface="Calibri"/>
                <a:ea typeface="Calibri"/>
              </a:rPr>
              <a:t>Dept. of Computer Science and Engineering</a:t>
            </a:r>
            <a:endParaRPr b="0" lang="en-US" sz="21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p:txBody>
      </p:sp>
      <p:sp>
        <p:nvSpPr>
          <p:cNvPr id="155" name="Google Shape;96;p 1"/>
          <p:cNvSpPr/>
          <p:nvPr/>
        </p:nvSpPr>
        <p:spPr>
          <a:xfrm>
            <a:off x="4572000" y="4904640"/>
            <a:ext cx="4571280" cy="103824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GB" sz="2100" spc="-1" strike="noStrike" u="sng">
                <a:solidFill>
                  <a:srgbClr val="000000"/>
                </a:solidFill>
                <a:uFillTx/>
                <a:latin typeface="Calibri"/>
                <a:ea typeface="Calibri"/>
              </a:rPr>
              <a:t>Acknowledgements</a:t>
            </a:r>
            <a:r>
              <a:rPr b="0" lang="en-GB" sz="2100" spc="-1" strike="noStrike" u="sng">
                <a:solidFill>
                  <a:srgbClr val="000000"/>
                </a:solidFill>
                <a:uFillTx/>
                <a:latin typeface="Calibri"/>
                <a:ea typeface="Calibri"/>
              </a:rPr>
              <a:t>:</a:t>
            </a:r>
            <a:endParaRPr b="0" lang="en-US" sz="2100" spc="-1" strike="noStrike">
              <a:solidFill>
                <a:srgbClr val="000000"/>
              </a:solidFill>
              <a:latin typeface="Arial"/>
            </a:endParaRPr>
          </a:p>
          <a:p>
            <a:pPr>
              <a:lnSpc>
                <a:spcPct val="100000"/>
              </a:lnSpc>
              <a:tabLst>
                <a:tab algn="l" pos="0"/>
              </a:tabLst>
            </a:pPr>
            <a:r>
              <a:rPr b="1" lang="en-US" sz="1600" spc="-1" strike="noStrike">
                <a:solidFill>
                  <a:schemeClr val="dk1"/>
                </a:solidFill>
                <a:latin typeface="Calibri"/>
                <a:ea typeface="Calibri"/>
              </a:rPr>
              <a:t>Dr. J. MANNAR MANNAN</a:t>
            </a:r>
            <a:endParaRPr b="0" lang="en-US" sz="1600" spc="-1" strike="noStrike">
              <a:solidFill>
                <a:srgbClr val="000000"/>
              </a:solidFill>
              <a:latin typeface="Arial"/>
            </a:endParaRPr>
          </a:p>
          <a:p>
            <a:pPr>
              <a:lnSpc>
                <a:spcPct val="100000"/>
              </a:lnSpc>
              <a:tabLst>
                <a:tab algn="l" pos="0"/>
              </a:tabLst>
            </a:pPr>
            <a:r>
              <a:rPr b="0" lang="en-GB" sz="1800" spc="-1" strike="noStrike">
                <a:solidFill>
                  <a:srgbClr val="000000"/>
                </a:solidFill>
                <a:latin typeface="Calibri"/>
                <a:ea typeface="Calibri"/>
              </a:rPr>
              <a:t>Dept. of Computer Science and  Engineering</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sp>
        <p:nvSpPr>
          <p:cNvPr id="157" name="PlaceHolder 2"/>
          <p:cNvSpPr>
            <a:spLocks noGrp="1"/>
          </p:cNvSpPr>
          <p:nvPr>
            <p:ph/>
          </p:nvPr>
        </p:nvSpPr>
        <p:spPr>
          <a:xfrm>
            <a:off x="21600" y="1424880"/>
            <a:ext cx="6952320" cy="5157000"/>
          </a:xfrm>
          <a:prstGeom prst="rect">
            <a:avLst/>
          </a:prstGeom>
          <a:noFill/>
          <a:ln w="0">
            <a:noFill/>
          </a:ln>
        </p:spPr>
        <p:txBody>
          <a:bodyPr lIns="91440" rIns="91440" tIns="45720" bIns="45720" anchor="t">
            <a:noAutofit/>
          </a:bodyPr>
          <a:p>
            <a:pPr marL="457200" indent="-343080" algn="just">
              <a:lnSpc>
                <a:spcPct val="150000"/>
              </a:lnSpc>
              <a:spcBef>
                <a:spcPts val="1001"/>
              </a:spcBef>
              <a:buClr>
                <a:srgbClr val="000000"/>
              </a:buClr>
              <a:buFont typeface="Arial"/>
              <a:buChar char="•"/>
            </a:pPr>
            <a:r>
              <a:rPr b="1" lang="en-US" sz="2000" spc="-1" strike="noStrike">
                <a:solidFill>
                  <a:schemeClr val="dk1"/>
                </a:solidFill>
                <a:latin typeface="Times New Roman"/>
                <a:ea typeface="Times New Roman"/>
              </a:rPr>
              <a:t>Introduction to GRASP</a:t>
            </a:r>
            <a:endParaRPr b="0" lang="en-US" sz="2000" spc="-1" strike="noStrike">
              <a:solidFill>
                <a:srgbClr val="000000"/>
              </a:solidFill>
              <a:latin typeface="Arial"/>
            </a:endParaRPr>
          </a:p>
          <a:p>
            <a:pPr marL="457200" indent="-343080" algn="just">
              <a:lnSpc>
                <a:spcPct val="150000"/>
              </a:lnSpc>
              <a:spcBef>
                <a:spcPts val="1001"/>
              </a:spcBef>
              <a:buClr>
                <a:srgbClr val="000000"/>
              </a:buClr>
              <a:buFont typeface="Arial"/>
              <a:buChar char="•"/>
            </a:pPr>
            <a:r>
              <a:rPr b="1" lang="en-US" sz="2000" spc="-1" strike="noStrike">
                <a:solidFill>
                  <a:schemeClr val="dk1"/>
                </a:solidFill>
                <a:latin typeface="Times New Roman"/>
                <a:ea typeface="Times New Roman"/>
              </a:rPr>
              <a:t>Responsibility</a:t>
            </a:r>
            <a:endParaRPr b="0" lang="en-US" sz="2000" spc="-1" strike="noStrike">
              <a:solidFill>
                <a:srgbClr val="000000"/>
              </a:solidFill>
              <a:latin typeface="Arial"/>
            </a:endParaRPr>
          </a:p>
          <a:p>
            <a:pPr marL="457200" indent="-343080" algn="just">
              <a:lnSpc>
                <a:spcPct val="150000"/>
              </a:lnSpc>
              <a:spcBef>
                <a:spcPts val="1001"/>
              </a:spcBef>
              <a:buClr>
                <a:srgbClr val="000000"/>
              </a:buClr>
              <a:buFont typeface="Arial"/>
              <a:buChar char="•"/>
            </a:pPr>
            <a:r>
              <a:rPr b="1" lang="en-US" sz="2000" spc="-1" strike="noStrike">
                <a:solidFill>
                  <a:schemeClr val="dk1"/>
                </a:solidFill>
                <a:latin typeface="Times New Roman"/>
                <a:ea typeface="Times New Roman"/>
              </a:rPr>
              <a:t>Types of Responsibility</a:t>
            </a:r>
            <a:endParaRPr b="0" lang="en-US" sz="2000" spc="-1" strike="noStrike">
              <a:solidFill>
                <a:srgbClr val="000000"/>
              </a:solidFill>
              <a:latin typeface="Arial"/>
            </a:endParaRPr>
          </a:p>
          <a:p>
            <a:pPr marL="457200" indent="-343080" algn="just">
              <a:lnSpc>
                <a:spcPct val="150000"/>
              </a:lnSpc>
              <a:spcBef>
                <a:spcPts val="1001"/>
              </a:spcBef>
              <a:buClr>
                <a:srgbClr val="000000"/>
              </a:buClr>
              <a:buFont typeface="Arial"/>
              <a:buChar char="•"/>
            </a:pPr>
            <a:r>
              <a:rPr b="1" lang="en-US" sz="2000" spc="-1" strike="noStrike">
                <a:solidFill>
                  <a:schemeClr val="dk1"/>
                </a:solidFill>
                <a:latin typeface="Times New Roman"/>
                <a:ea typeface="Times New Roman"/>
              </a:rPr>
              <a:t>References</a:t>
            </a:r>
            <a:endParaRPr b="0" lang="en-US" sz="2000" spc="-1" strike="noStrike">
              <a:solidFill>
                <a:srgbClr val="000000"/>
              </a:solidFill>
              <a:latin typeface="Arial"/>
            </a:endParaRPr>
          </a:p>
          <a:p>
            <a:pPr marL="457200" indent="-343080" algn="just">
              <a:lnSpc>
                <a:spcPct val="150000"/>
              </a:lnSpc>
              <a:spcBef>
                <a:spcPts val="1001"/>
              </a:spcBef>
              <a:buClr>
                <a:srgbClr val="000000"/>
              </a:buClr>
              <a:buFont typeface="Arial"/>
              <a:buChar char="•"/>
            </a:pPr>
            <a:r>
              <a:rPr b="1" lang="en-US" sz="2000" spc="-1" strike="noStrike">
                <a:solidFill>
                  <a:schemeClr val="dk1"/>
                </a:solidFill>
                <a:latin typeface="Times New Roman"/>
                <a:ea typeface="Times New Roman"/>
              </a:rPr>
              <a:t>GRASP Design Principles</a:t>
            </a:r>
            <a:endParaRPr b="0" lang="en-US" sz="2000" spc="-1" strike="noStrike">
              <a:solidFill>
                <a:srgbClr val="000000"/>
              </a:solidFill>
              <a:latin typeface="Arial"/>
            </a:endParaRPr>
          </a:p>
        </p:txBody>
      </p:sp>
      <p:cxnSp>
        <p:nvCxnSpPr>
          <p:cNvPr id="158" name="Google Shape;214;p6"/>
          <p:cNvCxnSpPr/>
          <p:nvPr/>
        </p:nvCxnSpPr>
        <p:spPr>
          <a:xfrm>
            <a:off x="5760" y="1203840"/>
            <a:ext cx="6226200" cy="1080"/>
          </a:xfrm>
          <a:prstGeom prst="straightConnector1">
            <a:avLst/>
          </a:prstGeom>
          <a:ln w="38100">
            <a:solidFill>
              <a:srgbClr val="c55a11"/>
            </a:solidFill>
            <a:miter/>
          </a:ln>
        </p:spPr>
      </p:cxnSp>
      <p:sp>
        <p:nvSpPr>
          <p:cNvPr id="159" name="Google Shape;215;p6"/>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Agenda</a:t>
            </a:r>
            <a:endParaRPr b="0" lang="en-US" sz="2800" spc="-1" strike="noStrike">
              <a:solidFill>
                <a:srgbClr val="000000"/>
              </a:solidFill>
              <a:latin typeface="Arial"/>
            </a:endParaRPr>
          </a:p>
        </p:txBody>
      </p:sp>
      <p:sp>
        <p:nvSpPr>
          <p:cNvPr id="160" name="Google Shape;216;p6"/>
          <p:cNvSpPr/>
          <p:nvPr/>
        </p:nvSpPr>
        <p:spPr>
          <a:xfrm>
            <a:off x="294840" y="265680"/>
            <a:ext cx="667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pic>
        <p:nvPicPr>
          <p:cNvPr id="161" name="Google Shape;217;p6" descr=""/>
          <p:cNvPicPr/>
          <p:nvPr/>
        </p:nvPicPr>
        <p:blipFill>
          <a:blip r:embed="rId1"/>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sp>
        <p:nvSpPr>
          <p:cNvPr id="163" name="PlaceHolder 2"/>
          <p:cNvSpPr>
            <a:spLocks noGrp="1"/>
          </p:cNvSpPr>
          <p:nvPr>
            <p:ph/>
          </p:nvPr>
        </p:nvSpPr>
        <p:spPr>
          <a:xfrm>
            <a:off x="-158400" y="1084680"/>
            <a:ext cx="9142920" cy="5535720"/>
          </a:xfrm>
          <a:prstGeom prst="rect">
            <a:avLst/>
          </a:prstGeom>
          <a:noFill/>
          <a:ln w="0">
            <a:noFill/>
          </a:ln>
        </p:spPr>
        <p:txBody>
          <a:bodyPr lIns="91440" rIns="91440" tIns="45720" bIns="45720" anchor="t">
            <a:noAutofit/>
          </a:bodyPr>
          <a:p>
            <a:pPr indent="0" algn="just">
              <a:lnSpc>
                <a:spcPct val="150000"/>
              </a:lnSpc>
              <a:spcBef>
                <a:spcPts val="1001"/>
              </a:spcBef>
              <a:buNone/>
              <a:tabLst>
                <a:tab algn="l" pos="0"/>
              </a:tabLst>
            </a:pPr>
            <a:endParaRPr b="0" lang="en-US" sz="2000" spc="-1" strike="noStrike">
              <a:solidFill>
                <a:srgbClr val="000000"/>
              </a:solidFill>
              <a:latin typeface="Arial"/>
            </a:endParaRPr>
          </a:p>
          <a:p>
            <a:pPr marL="457200" indent="-228600" algn="just">
              <a:lnSpc>
                <a:spcPct val="150000"/>
              </a:lnSpc>
              <a:spcBef>
                <a:spcPts val="1001"/>
              </a:spcBef>
              <a:buClr>
                <a:srgbClr val="000000"/>
              </a:buClr>
              <a:buFont typeface="Arial"/>
              <a:buChar char="•"/>
              <a:tabLst>
                <a:tab algn="l" pos="0"/>
              </a:tabLst>
            </a:pPr>
            <a:r>
              <a:rPr b="0" lang="en-US" sz="2000" spc="-1" strike="noStrike">
                <a:solidFill>
                  <a:schemeClr val="dk1"/>
                </a:solidFill>
                <a:latin typeface="Calibri"/>
                <a:ea typeface="Calibri"/>
              </a:rPr>
              <a:t>Stands for </a:t>
            </a:r>
            <a:r>
              <a:rPr b="1" lang="en-US" sz="2000" spc="-1" strike="noStrike">
                <a:solidFill>
                  <a:schemeClr val="dk1"/>
                </a:solidFill>
                <a:latin typeface="Calibri"/>
                <a:ea typeface="Calibri"/>
              </a:rPr>
              <a:t>General Responsibility Assignment Software Patterns</a:t>
            </a:r>
            <a:endParaRPr b="0" lang="en-US" sz="2000" spc="-1" strike="noStrike">
              <a:solidFill>
                <a:srgbClr val="000000"/>
              </a:solidFill>
              <a:latin typeface="Arial"/>
            </a:endParaRPr>
          </a:p>
          <a:p>
            <a:pPr marL="457200" indent="-228600" algn="just">
              <a:lnSpc>
                <a:spcPct val="150000"/>
              </a:lnSpc>
              <a:spcBef>
                <a:spcPts val="1001"/>
              </a:spcBef>
              <a:buClr>
                <a:srgbClr val="000000"/>
              </a:buClr>
              <a:buFont typeface="Arial"/>
              <a:buChar char="•"/>
              <a:tabLst>
                <a:tab algn="l" pos="0"/>
              </a:tabLst>
            </a:pPr>
            <a:r>
              <a:rPr b="0" lang="en-US" sz="2000" spc="-1" strike="noStrike">
                <a:solidFill>
                  <a:schemeClr val="dk1"/>
                </a:solidFill>
                <a:latin typeface="Calibri"/>
                <a:ea typeface="Calibri"/>
              </a:rPr>
              <a:t>GRASP - Consists of</a:t>
            </a:r>
            <a:r>
              <a:rPr b="1" lang="en-US" sz="2000" spc="-1" strike="noStrike">
                <a:solidFill>
                  <a:schemeClr val="dk1"/>
                </a:solidFill>
                <a:latin typeface="Calibri"/>
                <a:ea typeface="Calibri"/>
              </a:rPr>
              <a:t> guidelines for assigning responsibility to classes and objects </a:t>
            </a:r>
            <a:r>
              <a:rPr b="1" lang="en-US" sz="2000" spc="-1" strike="noStrike">
                <a:solidFill>
                  <a:schemeClr val="dk1"/>
                </a:solidFill>
                <a:latin typeface="Calibri"/>
                <a:ea typeface="Calibri"/>
              </a:rPr>
              <a:t>in object-oriented design</a:t>
            </a:r>
            <a:r>
              <a:rPr b="0" lang="en-US" sz="2000" spc="-1" strike="noStrike">
                <a:solidFill>
                  <a:schemeClr val="dk1"/>
                </a:solidFill>
                <a:latin typeface="Calibri"/>
                <a:ea typeface="Calibri"/>
              </a:rPr>
              <a:t>. </a:t>
            </a:r>
            <a:endParaRPr b="0" lang="en-US" sz="2000" spc="-1" strike="noStrike">
              <a:solidFill>
                <a:srgbClr val="000000"/>
              </a:solidFill>
              <a:latin typeface="Arial"/>
            </a:endParaRPr>
          </a:p>
          <a:p>
            <a:pPr marL="457200" indent="-228600" algn="just">
              <a:lnSpc>
                <a:spcPct val="150000"/>
              </a:lnSpc>
              <a:spcBef>
                <a:spcPts val="1001"/>
              </a:spcBef>
              <a:buClr>
                <a:srgbClr val="000000"/>
              </a:buClr>
              <a:buFont typeface="Arial"/>
              <a:buChar char="•"/>
              <a:tabLst>
                <a:tab algn="l" pos="0"/>
              </a:tabLst>
            </a:pPr>
            <a:r>
              <a:rPr b="1" lang="en-US" sz="2000" spc="-1" strike="noStrike">
                <a:solidFill>
                  <a:schemeClr val="dk1"/>
                </a:solidFill>
                <a:latin typeface="Calibri"/>
                <a:ea typeface="Calibri"/>
              </a:rPr>
              <a:t>GRASP with object-oriented programming classifies problems and their </a:t>
            </a:r>
            <a:r>
              <a:rPr b="1" lang="en-US" sz="2000" spc="-1" strike="noStrike">
                <a:solidFill>
                  <a:schemeClr val="dk1"/>
                </a:solidFill>
                <a:latin typeface="Calibri"/>
                <a:ea typeface="Calibri"/>
              </a:rPr>
              <a:t>solutions together as patterns. With these problems and solutions well defined, </a:t>
            </a:r>
            <a:r>
              <a:rPr b="1" lang="en-US" sz="2000" spc="-1" strike="noStrike">
                <a:solidFill>
                  <a:schemeClr val="dk1"/>
                </a:solidFill>
                <a:latin typeface="Calibri"/>
                <a:ea typeface="Calibri"/>
              </a:rPr>
              <a:t>they can be applied in other similar instances</a:t>
            </a:r>
            <a:r>
              <a:rPr b="0" lang="en-US" sz="2000" spc="-1" strike="noStrike">
                <a:solidFill>
                  <a:schemeClr val="dk1"/>
                </a:solidFill>
                <a:latin typeface="Calibri"/>
                <a:ea typeface="Calibri"/>
              </a:rPr>
              <a:t>.</a:t>
            </a:r>
            <a:endParaRPr b="0" lang="en-US" sz="2000" spc="-1" strike="noStrike">
              <a:solidFill>
                <a:srgbClr val="000000"/>
              </a:solidFill>
              <a:latin typeface="Arial"/>
            </a:endParaRPr>
          </a:p>
          <a:p>
            <a:pPr marL="457200" indent="-228600" algn="just">
              <a:lnSpc>
                <a:spcPct val="150000"/>
              </a:lnSpc>
              <a:spcBef>
                <a:spcPts val="1001"/>
              </a:spcBef>
              <a:buClr>
                <a:srgbClr val="000000"/>
              </a:buClr>
              <a:buFont typeface="Arial"/>
              <a:buChar char="•"/>
              <a:tabLst>
                <a:tab algn="l" pos="0"/>
              </a:tabLst>
            </a:pPr>
            <a:r>
              <a:rPr b="0" lang="en-US" sz="2000" spc="-1" strike="noStrike">
                <a:solidFill>
                  <a:schemeClr val="dk1"/>
                </a:solidFill>
                <a:latin typeface="Calibri"/>
                <a:ea typeface="Calibri"/>
              </a:rPr>
              <a:t>First published by </a:t>
            </a:r>
            <a:r>
              <a:rPr b="1" lang="en-US" sz="2000" spc="-1" strike="noStrike">
                <a:solidFill>
                  <a:schemeClr val="dk1"/>
                </a:solidFill>
                <a:latin typeface="Calibri"/>
                <a:ea typeface="Calibri"/>
              </a:rPr>
              <a:t>Craig Larman in  1977, with</a:t>
            </a:r>
            <a:r>
              <a:rPr b="0" lang="en-US" sz="2000" spc="-1" strike="noStrike">
                <a:solidFill>
                  <a:schemeClr val="dk1"/>
                </a:solidFill>
                <a:latin typeface="Calibri"/>
                <a:ea typeface="Calibri"/>
              </a:rPr>
              <a:t> set of "</a:t>
            </a:r>
            <a:r>
              <a:rPr b="1" lang="en-US" sz="2000" spc="-1" strike="noStrike">
                <a:solidFill>
                  <a:schemeClr val="dk1"/>
                </a:solidFill>
                <a:latin typeface="Calibri"/>
                <a:ea typeface="Calibri"/>
              </a:rPr>
              <a:t>nine fundamental </a:t>
            </a:r>
            <a:r>
              <a:rPr b="1" lang="en-US" sz="2000" spc="-1" strike="noStrike">
                <a:solidFill>
                  <a:schemeClr val="dk1"/>
                </a:solidFill>
                <a:latin typeface="Calibri"/>
                <a:ea typeface="Calibri"/>
              </a:rPr>
              <a:t>principles in object design and responsibility</a:t>
            </a:r>
            <a:r>
              <a:rPr b="0" lang="en-US" sz="2000" spc="-1" strike="noStrike">
                <a:solidFill>
                  <a:schemeClr val="dk1"/>
                </a:solidFill>
                <a:latin typeface="Calibri"/>
                <a:ea typeface="Calibri"/>
              </a:rPr>
              <a:t>” </a:t>
            </a:r>
            <a:endParaRPr b="0" lang="en-US" sz="2000" spc="-1" strike="noStrike">
              <a:solidFill>
                <a:srgbClr val="000000"/>
              </a:solidFill>
              <a:latin typeface="Arial"/>
            </a:endParaRPr>
          </a:p>
          <a:p>
            <a:pPr marL="695160" indent="-343080" algn="just">
              <a:lnSpc>
                <a:spcPct val="150000"/>
              </a:lnSpc>
              <a:spcBef>
                <a:spcPts val="1001"/>
              </a:spcBef>
              <a:buClr>
                <a:srgbClr val="000000"/>
              </a:buClr>
              <a:buFont typeface="Arial"/>
              <a:buChar char="•"/>
              <a:tabLst>
                <a:tab algn="l" pos="0"/>
              </a:tabLst>
            </a:pPr>
            <a:r>
              <a:rPr b="1" lang="en-US" sz="2000" spc="-1" strike="noStrike">
                <a:solidFill>
                  <a:schemeClr val="dk1"/>
                </a:solidFill>
                <a:latin typeface="Times New Roman"/>
                <a:ea typeface="Times New Roman"/>
              </a:rPr>
              <a:t>GRASP is occasionally coupled with other design patterns such as SOLID</a:t>
            </a:r>
            <a:endParaRPr b="0" lang="en-US" sz="2000" spc="-1" strike="noStrike">
              <a:solidFill>
                <a:srgbClr val="000000"/>
              </a:solidFill>
              <a:latin typeface="Arial"/>
            </a:endParaRPr>
          </a:p>
          <a:p>
            <a:pPr marL="457200" indent="-105120" algn="just">
              <a:lnSpc>
                <a:spcPct val="150000"/>
              </a:lnSpc>
              <a:spcBef>
                <a:spcPts val="1001"/>
              </a:spcBef>
              <a:buNone/>
              <a:tabLst>
                <a:tab algn="l" pos="0"/>
              </a:tabLst>
            </a:pPr>
            <a:endParaRPr b="0" lang="en-US" sz="2000" spc="-1" strike="noStrike">
              <a:solidFill>
                <a:srgbClr val="000000"/>
              </a:solidFill>
              <a:latin typeface="Arial"/>
            </a:endParaRPr>
          </a:p>
        </p:txBody>
      </p:sp>
      <p:cxnSp>
        <p:nvCxnSpPr>
          <p:cNvPr id="164" name="Google Shape;225;p7"/>
          <p:cNvCxnSpPr/>
          <p:nvPr/>
        </p:nvCxnSpPr>
        <p:spPr>
          <a:xfrm>
            <a:off x="5760" y="1252440"/>
            <a:ext cx="6226200" cy="1080"/>
          </a:xfrm>
          <a:prstGeom prst="straightConnector1">
            <a:avLst/>
          </a:prstGeom>
          <a:ln w="38100">
            <a:solidFill>
              <a:srgbClr val="c55a11"/>
            </a:solidFill>
            <a:miter/>
          </a:ln>
        </p:spPr>
      </p:cxnSp>
      <p:sp>
        <p:nvSpPr>
          <p:cNvPr id="165" name="Google Shape;226;p7"/>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Introduction - GRASP</a:t>
            </a:r>
            <a:endParaRPr b="0" lang="en-US" sz="2800" spc="-1" strike="noStrike">
              <a:solidFill>
                <a:srgbClr val="000000"/>
              </a:solidFill>
              <a:latin typeface="Arial"/>
            </a:endParaRPr>
          </a:p>
        </p:txBody>
      </p:sp>
      <p:sp>
        <p:nvSpPr>
          <p:cNvPr id="166" name="Google Shape;227;p7"/>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pic>
        <p:nvPicPr>
          <p:cNvPr id="167" name="Google Shape;228;p7" descr=""/>
          <p:cNvPicPr/>
          <p:nvPr/>
        </p:nvPicPr>
        <p:blipFill>
          <a:blip r:embed="rId1"/>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169" name="Google Shape;235;p8"/>
          <p:cNvCxnSpPr/>
          <p:nvPr/>
        </p:nvCxnSpPr>
        <p:spPr>
          <a:xfrm>
            <a:off x="5760" y="1252440"/>
            <a:ext cx="6226200" cy="1080"/>
          </a:xfrm>
          <a:prstGeom prst="straightConnector1">
            <a:avLst/>
          </a:prstGeom>
          <a:ln w="38100">
            <a:solidFill>
              <a:srgbClr val="c55a11"/>
            </a:solidFill>
            <a:miter/>
          </a:ln>
        </p:spPr>
      </p:cxnSp>
      <p:sp>
        <p:nvSpPr>
          <p:cNvPr id="170" name="Google Shape;236;p8"/>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Responsibility</a:t>
            </a:r>
            <a:endParaRPr b="0" lang="en-US" sz="2800" spc="-1" strike="noStrike">
              <a:solidFill>
                <a:srgbClr val="000000"/>
              </a:solidFill>
              <a:latin typeface="Arial"/>
            </a:endParaRPr>
          </a:p>
        </p:txBody>
      </p:sp>
      <p:sp>
        <p:nvSpPr>
          <p:cNvPr id="171" name="Google Shape;237;p8"/>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sp>
        <p:nvSpPr>
          <p:cNvPr id="172" name="Google Shape;238;p8"/>
          <p:cNvSpPr/>
          <p:nvPr/>
        </p:nvSpPr>
        <p:spPr>
          <a:xfrm>
            <a:off x="82800" y="1258560"/>
            <a:ext cx="8977680" cy="420480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50000"/>
              </a:lnSpc>
              <a:buClr>
                <a:srgbClr val="000000"/>
              </a:buClr>
              <a:buFont typeface="Arial"/>
              <a:buChar char="•"/>
            </a:pPr>
            <a:r>
              <a:rPr b="0" lang="en-US" sz="2000" spc="-1" strike="noStrike">
                <a:solidFill>
                  <a:schemeClr val="dk1"/>
                </a:solidFill>
                <a:latin typeface="Calibri"/>
                <a:ea typeface="Calibri"/>
              </a:rPr>
              <a:t>   </a:t>
            </a:r>
            <a:r>
              <a:rPr b="1" lang="en-US" sz="2000" spc="-1" strike="noStrike">
                <a:solidFill>
                  <a:schemeClr val="dk1"/>
                </a:solidFill>
                <a:latin typeface="Calibri"/>
                <a:ea typeface="Calibri"/>
              </a:rPr>
              <a:t>A contract / obligation that a class / module / component </a:t>
            </a:r>
            <a:r>
              <a:rPr b="0" lang="en-US" sz="2000" spc="-1" strike="noStrike">
                <a:solidFill>
                  <a:schemeClr val="dk1"/>
                </a:solidFill>
                <a:latin typeface="Calibri"/>
                <a:ea typeface="Calibri"/>
              </a:rPr>
              <a:t>must accomplish</a:t>
            </a:r>
            <a:endParaRPr b="0" lang="en-US" sz="2000" spc="-1" strike="noStrike">
              <a:solidFill>
                <a:srgbClr val="000000"/>
              </a:solidFill>
              <a:latin typeface="Arial"/>
            </a:endParaRPr>
          </a:p>
          <a:p>
            <a:pPr marL="216000" indent="-216000">
              <a:lnSpc>
                <a:spcPct val="150000"/>
              </a:lnSpc>
              <a:buClr>
                <a:srgbClr val="000000"/>
              </a:buClr>
              <a:buFont typeface="Arial"/>
              <a:buChar char="•"/>
            </a:pPr>
            <a:r>
              <a:rPr b="0" lang="en-US" sz="2000" spc="-1" strike="noStrike">
                <a:solidFill>
                  <a:schemeClr val="dk1"/>
                </a:solidFill>
                <a:latin typeface="Calibri"/>
                <a:ea typeface="Calibri"/>
              </a:rPr>
              <a:t>   </a:t>
            </a:r>
            <a:r>
              <a:rPr b="0" lang="en-US" sz="2000" spc="-1" strike="noStrike">
                <a:solidFill>
                  <a:srgbClr val="000000"/>
                </a:solidFill>
                <a:latin typeface="Calibri"/>
                <a:ea typeface="Calibri"/>
              </a:rPr>
              <a:t>Responsibility can be:</a:t>
            </a:r>
            <a:endParaRPr b="0" lang="en-US" sz="2000" spc="-1" strike="noStrike">
              <a:solidFill>
                <a:srgbClr val="000000"/>
              </a:solidFill>
              <a:latin typeface="Arial"/>
            </a:endParaRPr>
          </a:p>
          <a:p>
            <a:pPr>
              <a:lnSpc>
                <a:spcPct val="100000"/>
              </a:lnSpc>
              <a:tabLst>
                <a:tab algn="l" pos="0"/>
              </a:tabLst>
            </a:pPr>
            <a:r>
              <a:rPr b="0" lang="en-US" sz="2000" spc="-1" strike="noStrike">
                <a:solidFill>
                  <a:srgbClr val="000000"/>
                </a:solidFill>
                <a:latin typeface="Calibri"/>
                <a:ea typeface="Calibri"/>
              </a:rPr>
              <a:t>	</a:t>
            </a:r>
            <a:r>
              <a:rPr b="0" lang="en-US" sz="2000" spc="-1" strike="noStrike">
                <a:solidFill>
                  <a:srgbClr val="000000"/>
                </a:solidFill>
                <a:latin typeface="Calibri"/>
                <a:ea typeface="Calibri"/>
              </a:rPr>
              <a:t>* Accomplished by a single object</a:t>
            </a:r>
            <a:endParaRPr b="0" lang="en-US" sz="2000" spc="-1" strike="noStrike">
              <a:solidFill>
                <a:srgbClr val="000000"/>
              </a:solidFill>
              <a:latin typeface="Arial"/>
            </a:endParaRPr>
          </a:p>
          <a:p>
            <a:pPr>
              <a:lnSpc>
                <a:spcPct val="100000"/>
              </a:lnSpc>
              <a:tabLst>
                <a:tab algn="l" pos="0"/>
              </a:tabLst>
            </a:pPr>
            <a:r>
              <a:rPr b="0" lang="en-US" sz="2000" spc="-1" strike="noStrike">
                <a:solidFill>
                  <a:srgbClr val="000000"/>
                </a:solidFill>
                <a:latin typeface="Calibri"/>
                <a:ea typeface="Calibri"/>
              </a:rPr>
              <a:t>	</a:t>
            </a:r>
            <a:r>
              <a:rPr b="0" lang="en-US" sz="2000" spc="-1" strike="noStrike">
                <a:solidFill>
                  <a:srgbClr val="000000"/>
                </a:solidFill>
                <a:latin typeface="Calibri"/>
                <a:ea typeface="Calibri"/>
              </a:rPr>
              <a:t>* A group of object collaboratively accomplish a responsibility.</a:t>
            </a:r>
            <a:endParaRPr b="0" lang="en-US" sz="2000" spc="-1" strike="noStrike">
              <a:solidFill>
                <a:srgbClr val="000000"/>
              </a:solidFill>
              <a:latin typeface="Arial"/>
            </a:endParaRPr>
          </a:p>
          <a:p>
            <a:pPr>
              <a:lnSpc>
                <a:spcPct val="100000"/>
              </a:lnSpc>
              <a:tabLst>
                <a:tab algn="l" pos="0"/>
              </a:tabLst>
            </a:pPr>
            <a:endParaRPr b="0" lang="en-US" sz="2000" spc="-1" strike="noStrike">
              <a:solidFill>
                <a:srgbClr val="000000"/>
              </a:solidFill>
              <a:latin typeface="Arial"/>
            </a:endParaRPr>
          </a:p>
          <a:p>
            <a:pPr marL="216000" indent="-216000">
              <a:lnSpc>
                <a:spcPct val="150000"/>
              </a:lnSpc>
              <a:buClr>
                <a:srgbClr val="000000"/>
              </a:buClr>
              <a:buFont typeface="Arial"/>
              <a:buChar char="•"/>
              <a:tabLst>
                <a:tab algn="l" pos="0"/>
              </a:tabLst>
            </a:pPr>
            <a:r>
              <a:rPr b="0" lang="en-US" sz="2000" spc="-1" strike="noStrike">
                <a:solidFill>
                  <a:srgbClr val="000000"/>
                </a:solidFill>
                <a:latin typeface="Calibri"/>
                <a:ea typeface="Calibri"/>
              </a:rPr>
              <a:t> </a:t>
            </a:r>
            <a:r>
              <a:rPr b="0" lang="en-US" sz="2000" spc="-1" strike="noStrike">
                <a:solidFill>
                  <a:srgbClr val="000000"/>
                </a:solidFill>
                <a:latin typeface="Calibri"/>
                <a:ea typeface="Calibri"/>
              </a:rPr>
              <a:t>Identify the objects and responsibilities from the problem domain, and also identify how objects interact with each other.  Helps us in deciding which responsibility should be assigned to which object/class.</a:t>
            </a:r>
            <a:endParaRPr b="0" lang="en-US" sz="2000" spc="-1" strike="noStrike">
              <a:solidFill>
                <a:srgbClr val="000000"/>
              </a:solidFill>
              <a:latin typeface="Arial"/>
            </a:endParaRPr>
          </a:p>
          <a:p>
            <a:pPr marL="216000" indent="-216000">
              <a:lnSpc>
                <a:spcPct val="150000"/>
              </a:lnSpc>
              <a:buClr>
                <a:srgbClr val="000000"/>
              </a:buClr>
              <a:buFont typeface="Arial"/>
              <a:buChar char="•"/>
              <a:tabLst>
                <a:tab algn="l" pos="0"/>
              </a:tabLst>
            </a:pPr>
            <a:r>
              <a:rPr b="0" lang="en-US" sz="2000" spc="-1" strike="noStrike">
                <a:solidFill>
                  <a:srgbClr val="000000"/>
                </a:solidFill>
                <a:latin typeface="Calibri"/>
                <a:ea typeface="Calibri"/>
              </a:rPr>
              <a:t>   </a:t>
            </a:r>
            <a:r>
              <a:rPr b="1" lang="en-US" sz="2000" spc="-1" strike="noStrike">
                <a:solidFill>
                  <a:srgbClr val="000000"/>
                </a:solidFill>
                <a:latin typeface="Calibri"/>
                <a:ea typeface="Calibri"/>
              </a:rPr>
              <a:t>Define blueprint for those objects </a:t>
            </a:r>
            <a:r>
              <a:rPr b="0" lang="en-US" sz="2000" spc="-1" strike="noStrike">
                <a:solidFill>
                  <a:srgbClr val="000000"/>
                </a:solidFill>
                <a:latin typeface="Calibri"/>
                <a:ea typeface="Calibri"/>
              </a:rPr>
              <a:t>– i.e., class with methods implementing those responsibilities</a:t>
            </a:r>
            <a:endParaRPr b="0" lang="en-US" sz="2000" spc="-1" strike="noStrike">
              <a:solidFill>
                <a:srgbClr val="000000"/>
              </a:solidFill>
              <a:latin typeface="Arial"/>
            </a:endParaRPr>
          </a:p>
        </p:txBody>
      </p:sp>
      <p:pic>
        <p:nvPicPr>
          <p:cNvPr id="173" name="Google Shape;239;p8" descr=""/>
          <p:cNvPicPr/>
          <p:nvPr/>
        </p:nvPicPr>
        <p:blipFill>
          <a:blip r:embed="rId1"/>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74"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175" name="Google Shape;247;p9"/>
          <p:cNvCxnSpPr/>
          <p:nvPr/>
        </p:nvCxnSpPr>
        <p:spPr>
          <a:xfrm>
            <a:off x="5760" y="1252440"/>
            <a:ext cx="6226200" cy="1080"/>
          </a:xfrm>
          <a:prstGeom prst="straightConnector1">
            <a:avLst/>
          </a:prstGeom>
          <a:ln w="38100">
            <a:solidFill>
              <a:srgbClr val="c55a11"/>
            </a:solidFill>
            <a:miter/>
          </a:ln>
        </p:spPr>
      </p:cxnSp>
      <p:sp>
        <p:nvSpPr>
          <p:cNvPr id="176" name="Google Shape;248;p9"/>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Responsibility </a:t>
            </a:r>
            <a:r>
              <a:rPr b="1" lang="en-US" sz="2200" spc="-1" strike="noStrike">
                <a:solidFill>
                  <a:srgbClr val="c55a11"/>
                </a:solidFill>
                <a:latin typeface="Calibri"/>
                <a:ea typeface="Calibri"/>
              </a:rPr>
              <a:t>contd..</a:t>
            </a:r>
            <a:endParaRPr b="0" lang="en-US" sz="2200" spc="-1" strike="noStrike">
              <a:solidFill>
                <a:srgbClr val="000000"/>
              </a:solidFill>
              <a:latin typeface="Arial"/>
            </a:endParaRPr>
          </a:p>
        </p:txBody>
      </p:sp>
      <p:sp>
        <p:nvSpPr>
          <p:cNvPr id="177" name="Google Shape;249;p9"/>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sp>
        <p:nvSpPr>
          <p:cNvPr id="178" name="Google Shape;250;p9"/>
          <p:cNvSpPr/>
          <p:nvPr/>
        </p:nvSpPr>
        <p:spPr>
          <a:xfrm>
            <a:off x="29160" y="1258560"/>
            <a:ext cx="8958240" cy="4357080"/>
          </a:xfrm>
          <a:prstGeom prst="rect">
            <a:avLst/>
          </a:prstGeom>
          <a:noFill/>
          <a:ln w="0">
            <a:noFill/>
          </a:ln>
        </p:spPr>
        <p:style>
          <a:lnRef idx="0"/>
          <a:fillRef idx="0"/>
          <a:effectRef idx="0"/>
          <a:fontRef idx="minor"/>
        </p:style>
        <p:txBody>
          <a:bodyPr lIns="90000" rIns="90000" tIns="45000" bIns="45000" anchor="t">
            <a:spAutoFit/>
          </a:bodyPr>
          <a:p>
            <a:pPr marL="216000" indent="-216000" algn="just">
              <a:lnSpc>
                <a:spcPct val="150000"/>
              </a:lnSpc>
              <a:buClr>
                <a:srgbClr val="000000"/>
              </a:buClr>
              <a:buFont typeface="Arial"/>
              <a:buChar char="•"/>
            </a:pPr>
            <a:r>
              <a:rPr b="0" lang="en-US" sz="2000" spc="-1" strike="noStrike">
                <a:solidFill>
                  <a:schemeClr val="dk1"/>
                </a:solidFill>
                <a:latin typeface="Calibri"/>
                <a:ea typeface="Calibri"/>
              </a:rPr>
              <a:t>  </a:t>
            </a:r>
            <a:r>
              <a:rPr b="0" lang="en-US" sz="2000" spc="-1" strike="noStrike">
                <a:solidFill>
                  <a:schemeClr val="dk1"/>
                </a:solidFill>
                <a:latin typeface="Calibri"/>
                <a:ea typeface="Calibri"/>
              </a:rPr>
              <a:t>Design of software objects and larger scale components is in terms of </a:t>
            </a:r>
            <a:r>
              <a:rPr b="1" lang="en-US" sz="2000" spc="-1" strike="noStrike">
                <a:solidFill>
                  <a:srgbClr val="ff0000"/>
                </a:solidFill>
                <a:latin typeface="Calibri"/>
                <a:ea typeface="Calibri"/>
              </a:rPr>
              <a:t>responsibilities, </a:t>
            </a:r>
            <a:r>
              <a:rPr b="1" lang="en-US" sz="2000" spc="-1" strike="noStrike">
                <a:solidFill>
                  <a:schemeClr val="dk1"/>
                </a:solidFill>
                <a:latin typeface="Calibri"/>
                <a:ea typeface="Calibri"/>
              </a:rPr>
              <a:t>roles, and collaborations.</a:t>
            </a:r>
            <a:r>
              <a:rPr b="0" lang="en-US" sz="2000" spc="-1" strike="noStrike">
                <a:solidFill>
                  <a:schemeClr val="dk1"/>
                </a:solidFill>
                <a:latin typeface="Calibri"/>
                <a:ea typeface="Calibri"/>
              </a:rPr>
              <a:t>  - RDD – Responsibility Driven Design</a:t>
            </a:r>
            <a:endParaRPr b="0" lang="en-US" sz="2000" spc="-1" strike="noStrike">
              <a:solidFill>
                <a:srgbClr val="000000"/>
              </a:solidFill>
              <a:latin typeface="Arial"/>
            </a:endParaRPr>
          </a:p>
          <a:p>
            <a:pPr algn="just">
              <a:lnSpc>
                <a:spcPct val="150000"/>
              </a:lnSpc>
              <a:tabLst>
                <a:tab algn="l" pos="0"/>
              </a:tabLst>
            </a:pPr>
            <a:r>
              <a:rPr b="0" lang="en-US" sz="2000" spc="-1" strike="noStrike">
                <a:solidFill>
                  <a:schemeClr val="dk1"/>
                </a:solidFill>
                <a:latin typeface="Calibri"/>
                <a:ea typeface="Calibri"/>
              </a:rPr>
              <a:t>	</a:t>
            </a:r>
            <a:r>
              <a:rPr b="0" lang="en-US" sz="2000" spc="-1" strike="noStrike">
                <a:solidFill>
                  <a:schemeClr val="dk1"/>
                </a:solidFill>
                <a:latin typeface="Calibri"/>
                <a:ea typeface="Calibri"/>
              </a:rPr>
              <a:t>	</a:t>
            </a:r>
            <a:r>
              <a:rPr b="0" lang="en-US" sz="2000" spc="-1" strike="noStrike">
                <a:solidFill>
                  <a:schemeClr val="dk1"/>
                </a:solidFill>
                <a:latin typeface="Calibri"/>
                <a:ea typeface="Calibri"/>
              </a:rPr>
              <a:t>RDD – </a:t>
            </a:r>
            <a:r>
              <a:rPr b="1" lang="en-US" sz="2000" spc="-1" strike="noStrike">
                <a:solidFill>
                  <a:schemeClr val="dk1"/>
                </a:solidFill>
                <a:latin typeface="Calibri"/>
                <a:ea typeface="Calibri"/>
              </a:rPr>
              <a:t>An abstraction of what they do</a:t>
            </a:r>
            <a:endParaRPr b="0" lang="en-US" sz="2000" spc="-1" strike="noStrike">
              <a:solidFill>
                <a:srgbClr val="000000"/>
              </a:solidFill>
              <a:latin typeface="Arial"/>
            </a:endParaRPr>
          </a:p>
          <a:p>
            <a:pPr algn="just">
              <a:lnSpc>
                <a:spcPct val="150000"/>
              </a:lnSpc>
              <a:tabLst>
                <a:tab algn="l" pos="0"/>
              </a:tabLst>
            </a:pPr>
            <a:r>
              <a:rPr b="0" lang="en-US" sz="2000" spc="-1" strike="noStrike">
                <a:solidFill>
                  <a:schemeClr val="dk1"/>
                </a:solidFill>
                <a:latin typeface="Calibri"/>
                <a:ea typeface="Calibri"/>
              </a:rPr>
              <a:t>	</a:t>
            </a:r>
            <a:r>
              <a:rPr b="0" lang="en-US" sz="2000" spc="-1" strike="noStrike">
                <a:solidFill>
                  <a:schemeClr val="dk1"/>
                </a:solidFill>
                <a:latin typeface="Calibri"/>
                <a:ea typeface="Calibri"/>
              </a:rPr>
              <a:t>	</a:t>
            </a:r>
            <a:r>
              <a:rPr b="0" lang="en-US" sz="2000" spc="-1" strike="noStrike">
                <a:solidFill>
                  <a:schemeClr val="dk1"/>
                </a:solidFill>
                <a:latin typeface="Calibri"/>
                <a:ea typeface="Calibri"/>
              </a:rPr>
              <a:t>UML - </a:t>
            </a:r>
            <a:r>
              <a:rPr b="1" lang="en-US" sz="2000" spc="-1" strike="noStrike">
                <a:solidFill>
                  <a:schemeClr val="dk1"/>
                </a:solidFill>
                <a:latin typeface="Calibri"/>
                <a:ea typeface="Calibri"/>
              </a:rPr>
              <a:t>A contract or obligation of a classifier</a:t>
            </a:r>
            <a:endParaRPr b="0" lang="en-US" sz="2000" spc="-1" strike="noStrike">
              <a:solidFill>
                <a:srgbClr val="000000"/>
              </a:solidFill>
              <a:latin typeface="Arial"/>
            </a:endParaRPr>
          </a:p>
          <a:p>
            <a:pPr marL="216000" indent="-216000" algn="just">
              <a:lnSpc>
                <a:spcPct val="150000"/>
              </a:lnSpc>
              <a:buClr>
                <a:srgbClr val="000000"/>
              </a:buClr>
              <a:buFont typeface="Arial"/>
              <a:buChar char="•"/>
              <a:tabLst>
                <a:tab algn="l" pos="0"/>
              </a:tabLst>
            </a:pPr>
            <a:r>
              <a:rPr b="0" lang="en-US" sz="2000" spc="-1" strike="noStrike">
                <a:solidFill>
                  <a:srgbClr val="000000"/>
                </a:solidFill>
                <a:latin typeface="Calibri"/>
                <a:ea typeface="Calibri"/>
              </a:rPr>
              <a:t> </a:t>
            </a:r>
            <a:r>
              <a:rPr b="0" lang="en-US" sz="2000" spc="-1" strike="noStrike">
                <a:solidFill>
                  <a:srgbClr val="000000"/>
                </a:solidFill>
                <a:latin typeface="Calibri"/>
                <a:ea typeface="Calibri"/>
              </a:rPr>
              <a:t>Related to the obligations or behavior of an object in terms of its role</a:t>
            </a:r>
            <a:endParaRPr b="0" lang="en-US" sz="2000" spc="-1" strike="noStrike">
              <a:solidFill>
                <a:srgbClr val="000000"/>
              </a:solidFill>
              <a:latin typeface="Arial"/>
            </a:endParaRPr>
          </a:p>
          <a:p>
            <a:pPr marL="216000" indent="-216000" algn="just">
              <a:lnSpc>
                <a:spcPct val="150000"/>
              </a:lnSpc>
              <a:buClr>
                <a:srgbClr val="000000"/>
              </a:buClr>
              <a:buFont typeface="Arial"/>
              <a:buChar char="•"/>
              <a:tabLst>
                <a:tab algn="l" pos="0"/>
              </a:tabLst>
            </a:pPr>
            <a:r>
              <a:rPr b="0" lang="en-US" sz="2000" spc="-1" strike="noStrike">
                <a:solidFill>
                  <a:srgbClr val="000000"/>
                </a:solidFill>
                <a:latin typeface="Calibri"/>
                <a:ea typeface="Calibri"/>
              </a:rPr>
              <a:t> </a:t>
            </a:r>
            <a:r>
              <a:rPr b="1" lang="en-US" sz="2000" spc="-1" strike="noStrike">
                <a:solidFill>
                  <a:srgbClr val="000000"/>
                </a:solidFill>
                <a:latin typeface="Calibri"/>
                <a:ea typeface="Calibri"/>
              </a:rPr>
              <a:t>Assigned to classes of objects during object design</a:t>
            </a:r>
            <a:r>
              <a:rPr b="0" lang="en-US" sz="2000" spc="-1" strike="noStrike">
                <a:solidFill>
                  <a:srgbClr val="000000"/>
                </a:solidFill>
                <a:latin typeface="Calibri"/>
                <a:ea typeface="Calibri"/>
              </a:rPr>
              <a:t>. </a:t>
            </a:r>
            <a:endParaRPr b="0" lang="en-US" sz="2000" spc="-1" strike="noStrike">
              <a:solidFill>
                <a:srgbClr val="000000"/>
              </a:solidFill>
              <a:latin typeface="Arial"/>
            </a:endParaRPr>
          </a:p>
          <a:p>
            <a:pPr algn="just">
              <a:lnSpc>
                <a:spcPct val="100000"/>
              </a:lnSpc>
              <a:tabLst>
                <a:tab algn="l" pos="0"/>
              </a:tabLst>
            </a:pPr>
            <a:r>
              <a:rPr b="0" lang="en-US" sz="2000" spc="-1" strike="noStrike">
                <a:solidFill>
                  <a:srgbClr val="000000"/>
                </a:solidFill>
                <a:latin typeface="Calibri"/>
                <a:ea typeface="Calibri"/>
              </a:rPr>
              <a:t>	</a:t>
            </a:r>
            <a:r>
              <a:rPr b="0" lang="en-US" sz="2000" spc="-1" strike="noStrike">
                <a:solidFill>
                  <a:srgbClr val="000000"/>
                </a:solidFill>
                <a:latin typeface="Calibri"/>
                <a:ea typeface="Calibri"/>
              </a:rPr>
              <a:t>Example: I may declare that “a Sale is responsible for creating SalesLineItems”</a:t>
            </a:r>
            <a:endParaRPr b="0" lang="en-US" sz="2000" spc="-1" strike="noStrike">
              <a:solidFill>
                <a:srgbClr val="000000"/>
              </a:solidFill>
              <a:latin typeface="Arial"/>
            </a:endParaRPr>
          </a:p>
          <a:p>
            <a:pPr marL="216000" indent="-216000" algn="just">
              <a:lnSpc>
                <a:spcPct val="150000"/>
              </a:lnSpc>
              <a:buClr>
                <a:srgbClr val="000000"/>
              </a:buClr>
              <a:buFont typeface="Arial"/>
              <a:buChar char="•"/>
              <a:tabLst>
                <a:tab algn="l" pos="0"/>
              </a:tabLst>
            </a:pPr>
            <a:r>
              <a:rPr b="0" lang="en-US" sz="2000" spc="-1" strike="noStrike">
                <a:solidFill>
                  <a:srgbClr val="000000"/>
                </a:solidFill>
                <a:latin typeface="Calibri"/>
                <a:ea typeface="Calibri"/>
              </a:rPr>
              <a:t> </a:t>
            </a:r>
            <a:r>
              <a:rPr b="0" lang="en-US" sz="2000" spc="-1" strike="noStrike">
                <a:solidFill>
                  <a:srgbClr val="000000"/>
                </a:solidFill>
                <a:latin typeface="Calibri"/>
                <a:ea typeface="Calibri"/>
              </a:rPr>
              <a:t>The </a:t>
            </a:r>
            <a:r>
              <a:rPr b="1" lang="en-US" sz="2000" spc="-1" strike="noStrike">
                <a:solidFill>
                  <a:srgbClr val="000000"/>
                </a:solidFill>
                <a:latin typeface="Calibri"/>
                <a:ea typeface="Calibri"/>
              </a:rPr>
              <a:t>translation of responsibilities into classes and methods </a:t>
            </a:r>
            <a:r>
              <a:rPr b="0" lang="en-US" sz="2000" spc="-1" strike="noStrike">
                <a:solidFill>
                  <a:srgbClr val="000000"/>
                </a:solidFill>
                <a:latin typeface="Calibri"/>
                <a:ea typeface="Calibri"/>
              </a:rPr>
              <a:t>is influenced by </a:t>
            </a:r>
            <a:r>
              <a:rPr b="1" lang="en-US" sz="2000" spc="-1" strike="noStrike">
                <a:solidFill>
                  <a:srgbClr val="000000"/>
                </a:solidFill>
                <a:latin typeface="Calibri"/>
                <a:ea typeface="Calibri"/>
              </a:rPr>
              <a:t>the granularity of the responsibility</a:t>
            </a:r>
            <a:endParaRPr b="0" lang="en-US" sz="2000" spc="-1" strike="noStrike">
              <a:solidFill>
                <a:srgbClr val="000000"/>
              </a:solidFill>
              <a:latin typeface="Arial"/>
            </a:endParaRPr>
          </a:p>
        </p:txBody>
      </p:sp>
      <p:pic>
        <p:nvPicPr>
          <p:cNvPr id="179" name="Google Shape;251;p9" descr=""/>
          <p:cNvPicPr/>
          <p:nvPr/>
        </p:nvPicPr>
        <p:blipFill>
          <a:blip r:embed="rId1"/>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181" name="Google Shape;259;p10"/>
          <p:cNvCxnSpPr/>
          <p:nvPr/>
        </p:nvCxnSpPr>
        <p:spPr>
          <a:xfrm>
            <a:off x="5760" y="1252440"/>
            <a:ext cx="6226200" cy="1080"/>
          </a:xfrm>
          <a:prstGeom prst="straightConnector1">
            <a:avLst/>
          </a:prstGeom>
          <a:ln w="38100">
            <a:solidFill>
              <a:srgbClr val="c55a11"/>
            </a:solidFill>
            <a:miter/>
          </a:ln>
        </p:spPr>
      </p:cxnSp>
      <p:sp>
        <p:nvSpPr>
          <p:cNvPr id="182" name="Google Shape;260;p10"/>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Types of Responsibility</a:t>
            </a:r>
            <a:endParaRPr b="0" lang="en-US" sz="2800" spc="-1" strike="noStrike">
              <a:solidFill>
                <a:srgbClr val="000000"/>
              </a:solidFill>
              <a:latin typeface="Arial"/>
            </a:endParaRPr>
          </a:p>
        </p:txBody>
      </p:sp>
      <p:sp>
        <p:nvSpPr>
          <p:cNvPr id="183" name="Google Shape;261;p10"/>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sp>
        <p:nvSpPr>
          <p:cNvPr id="184" name="Google Shape;262;p10"/>
          <p:cNvSpPr/>
          <p:nvPr/>
        </p:nvSpPr>
        <p:spPr>
          <a:xfrm>
            <a:off x="48600" y="1270440"/>
            <a:ext cx="8666280" cy="3747240"/>
          </a:xfrm>
          <a:prstGeom prst="rect">
            <a:avLst/>
          </a:prstGeom>
          <a:noFill/>
          <a:ln w="0">
            <a:noFill/>
          </a:ln>
        </p:spPr>
        <p:style>
          <a:lnRef idx="0"/>
          <a:fillRef idx="0"/>
          <a:effectRef idx="0"/>
          <a:fontRef idx="minor"/>
        </p:style>
        <p:txBody>
          <a:bodyPr lIns="90000" rIns="90000" tIns="45000" bIns="45000" anchor="t">
            <a:spAutoFit/>
          </a:bodyPr>
          <a:p>
            <a:pPr marL="216000" indent="-216000" algn="just">
              <a:lnSpc>
                <a:spcPct val="150000"/>
              </a:lnSpc>
              <a:buClr>
                <a:srgbClr val="000000"/>
              </a:buClr>
              <a:buFont typeface="Arial"/>
              <a:buChar char="•"/>
            </a:pPr>
            <a:r>
              <a:rPr b="1" lang="en-US" sz="2000" spc="-1" strike="noStrike">
                <a:solidFill>
                  <a:schemeClr val="dk1"/>
                </a:solidFill>
                <a:latin typeface="Times New Roman"/>
                <a:ea typeface="Times New Roman"/>
              </a:rPr>
              <a:t>  </a:t>
            </a:r>
            <a:r>
              <a:rPr b="1" lang="en-US" sz="2000" spc="-1" strike="noStrike">
                <a:solidFill>
                  <a:schemeClr val="dk1"/>
                </a:solidFill>
                <a:latin typeface="Times New Roman"/>
                <a:ea typeface="Times New Roman"/>
              </a:rPr>
              <a:t>Doing: </a:t>
            </a:r>
            <a:endParaRPr b="0" lang="en-US" sz="2000" spc="-1" strike="noStrike">
              <a:solidFill>
                <a:srgbClr val="000000"/>
              </a:solidFill>
              <a:latin typeface="Arial"/>
            </a:endParaRPr>
          </a:p>
          <a:p>
            <a:pPr algn="just">
              <a:lnSpc>
                <a:spcPct val="150000"/>
              </a:lnSpc>
              <a:tabLst>
                <a:tab algn="l" pos="0"/>
              </a:tabLst>
            </a:pPr>
            <a:r>
              <a:rPr b="1" lang="en-US" sz="2000" spc="-1" strike="noStrike">
                <a:solidFill>
                  <a:schemeClr val="dk1"/>
                </a:solidFill>
                <a:latin typeface="Times New Roman"/>
                <a:ea typeface="Times New Roman"/>
              </a:rPr>
              <a:t>	</a:t>
            </a:r>
            <a:r>
              <a:rPr b="0" lang="en-US" sz="2000" spc="-1" strike="noStrike">
                <a:solidFill>
                  <a:schemeClr val="dk1"/>
                </a:solidFill>
                <a:latin typeface="Times New Roman"/>
                <a:ea typeface="Times New Roman"/>
              </a:rPr>
              <a:t>D</a:t>
            </a:r>
            <a:r>
              <a:rPr b="0" lang="en-US" sz="2000" spc="-1" strike="noStrike">
                <a:solidFill>
                  <a:srgbClr val="000000"/>
                </a:solidFill>
                <a:latin typeface="Times New Roman"/>
                <a:ea typeface="Times New Roman"/>
              </a:rPr>
              <a:t>oing something itself, such as creating an object or doing a calculation</a:t>
            </a:r>
            <a:endParaRPr b="0" lang="en-US" sz="2000" spc="-1" strike="noStrike">
              <a:solidFill>
                <a:srgbClr val="000000"/>
              </a:solidFill>
              <a:latin typeface="Arial"/>
            </a:endParaRPr>
          </a:p>
          <a:p>
            <a:pPr algn="just">
              <a:lnSpc>
                <a:spcPct val="150000"/>
              </a:lnSpc>
              <a:tabLst>
                <a:tab algn="l" pos="0"/>
              </a:tabLst>
            </a:pPr>
            <a:r>
              <a:rPr b="0" lang="en-US" sz="2000" spc="-1" strike="noStrike">
                <a:solidFill>
                  <a:srgbClr val="000000"/>
                </a:solidFill>
                <a:latin typeface="Times New Roman"/>
                <a:ea typeface="Times New Roman"/>
              </a:rPr>
              <a:t>	</a:t>
            </a:r>
            <a:r>
              <a:rPr b="0" lang="en-US" sz="2000" spc="-1" strike="noStrike">
                <a:solidFill>
                  <a:srgbClr val="000000"/>
                </a:solidFill>
                <a:latin typeface="Times New Roman"/>
                <a:ea typeface="Times New Roman"/>
              </a:rPr>
              <a:t>Initiating action in other objects</a:t>
            </a:r>
            <a:endParaRPr b="0" lang="en-US" sz="2000" spc="-1" strike="noStrike">
              <a:solidFill>
                <a:srgbClr val="000000"/>
              </a:solidFill>
              <a:latin typeface="Arial"/>
            </a:endParaRPr>
          </a:p>
          <a:p>
            <a:pPr algn="just">
              <a:lnSpc>
                <a:spcPct val="150000"/>
              </a:lnSpc>
              <a:tabLst>
                <a:tab algn="l" pos="0"/>
              </a:tabLst>
            </a:pPr>
            <a:r>
              <a:rPr b="0" lang="en-US" sz="2000" spc="-1" strike="noStrike">
                <a:solidFill>
                  <a:srgbClr val="000000"/>
                </a:solidFill>
                <a:latin typeface="Times New Roman"/>
                <a:ea typeface="Times New Roman"/>
              </a:rPr>
              <a:t>	</a:t>
            </a:r>
            <a:r>
              <a:rPr b="0" lang="en-US" sz="2000" spc="-1" strike="noStrike">
                <a:solidFill>
                  <a:srgbClr val="000000"/>
                </a:solidFill>
                <a:latin typeface="Times New Roman"/>
                <a:ea typeface="Times New Roman"/>
              </a:rPr>
              <a:t>Controlling and coordinating activities in other objects</a:t>
            </a:r>
            <a:endParaRPr b="0" lang="en-US" sz="2000" spc="-1" strike="noStrike">
              <a:solidFill>
                <a:srgbClr val="000000"/>
              </a:solidFill>
              <a:latin typeface="Arial"/>
            </a:endParaRPr>
          </a:p>
          <a:p>
            <a:pPr marL="216000" indent="-216000" algn="just">
              <a:lnSpc>
                <a:spcPct val="150000"/>
              </a:lnSpc>
              <a:buClr>
                <a:srgbClr val="000000"/>
              </a:buClr>
              <a:buFont typeface="Arial"/>
              <a:buChar char="•"/>
              <a:tabLst>
                <a:tab algn="l" pos="0"/>
              </a:tabLst>
            </a:pPr>
            <a:r>
              <a:rPr b="1" lang="en-US" sz="2000" spc="-1" strike="noStrike">
                <a:solidFill>
                  <a:schemeClr val="dk1"/>
                </a:solidFill>
                <a:latin typeface="Times New Roman"/>
                <a:ea typeface="Times New Roman"/>
              </a:rPr>
              <a:t>  </a:t>
            </a:r>
            <a:r>
              <a:rPr b="1" lang="en-US" sz="2000" spc="-1" strike="noStrike">
                <a:solidFill>
                  <a:schemeClr val="dk1"/>
                </a:solidFill>
                <a:latin typeface="Times New Roman"/>
                <a:ea typeface="Times New Roman"/>
              </a:rPr>
              <a:t>Knowing:</a:t>
            </a:r>
            <a:endParaRPr b="0" lang="en-US" sz="2000" spc="-1" strike="noStrike">
              <a:solidFill>
                <a:srgbClr val="000000"/>
              </a:solidFill>
              <a:latin typeface="Arial"/>
            </a:endParaRPr>
          </a:p>
          <a:p>
            <a:pPr algn="just">
              <a:lnSpc>
                <a:spcPct val="150000"/>
              </a:lnSpc>
              <a:tabLst>
                <a:tab algn="l" pos="0"/>
              </a:tabLst>
            </a:pPr>
            <a:r>
              <a:rPr b="1" lang="en-US" sz="2000" spc="-1" strike="noStrike">
                <a:solidFill>
                  <a:schemeClr val="dk1"/>
                </a:solidFill>
                <a:latin typeface="Times New Roman"/>
                <a:ea typeface="Times New Roman"/>
              </a:rPr>
              <a:t>	</a:t>
            </a:r>
            <a:r>
              <a:rPr b="0" lang="en-US" sz="2000" spc="-1" strike="noStrike">
                <a:solidFill>
                  <a:srgbClr val="000000"/>
                </a:solidFill>
                <a:latin typeface="Times New Roman"/>
                <a:ea typeface="Times New Roman"/>
              </a:rPr>
              <a:t>Knowing about private encapsulated data</a:t>
            </a:r>
            <a:endParaRPr b="0" lang="en-US" sz="2000" spc="-1" strike="noStrike">
              <a:solidFill>
                <a:srgbClr val="000000"/>
              </a:solidFill>
              <a:latin typeface="Arial"/>
            </a:endParaRPr>
          </a:p>
          <a:p>
            <a:pPr algn="just">
              <a:lnSpc>
                <a:spcPct val="150000"/>
              </a:lnSpc>
              <a:tabLst>
                <a:tab algn="l" pos="0"/>
              </a:tabLst>
            </a:pPr>
            <a:r>
              <a:rPr b="0" lang="en-US" sz="2000" spc="-1" strike="noStrike">
                <a:solidFill>
                  <a:srgbClr val="000000"/>
                </a:solidFill>
                <a:latin typeface="Times New Roman"/>
                <a:ea typeface="Times New Roman"/>
              </a:rPr>
              <a:t>	</a:t>
            </a:r>
            <a:r>
              <a:rPr b="0" lang="en-US" sz="2000" spc="-1" strike="noStrike">
                <a:solidFill>
                  <a:srgbClr val="000000"/>
                </a:solidFill>
                <a:latin typeface="Times New Roman"/>
                <a:ea typeface="Times New Roman"/>
              </a:rPr>
              <a:t>Knowing about related objects</a:t>
            </a:r>
            <a:endParaRPr b="0" lang="en-US" sz="2000" spc="-1" strike="noStrike">
              <a:solidFill>
                <a:srgbClr val="000000"/>
              </a:solidFill>
              <a:latin typeface="Arial"/>
            </a:endParaRPr>
          </a:p>
          <a:p>
            <a:pPr algn="just">
              <a:lnSpc>
                <a:spcPct val="150000"/>
              </a:lnSpc>
              <a:tabLst>
                <a:tab algn="l" pos="0"/>
              </a:tabLst>
            </a:pPr>
            <a:r>
              <a:rPr b="0" lang="en-US" sz="2000" spc="-1" strike="noStrike">
                <a:solidFill>
                  <a:srgbClr val="000000"/>
                </a:solidFill>
                <a:latin typeface="Times New Roman"/>
                <a:ea typeface="Times New Roman"/>
              </a:rPr>
              <a:t>	</a:t>
            </a:r>
            <a:r>
              <a:rPr b="0" lang="en-US" sz="2000" spc="-1" strike="noStrike">
                <a:solidFill>
                  <a:srgbClr val="000000"/>
                </a:solidFill>
                <a:latin typeface="Times New Roman"/>
                <a:ea typeface="Times New Roman"/>
              </a:rPr>
              <a:t>Knowing about things it can derive or calculate</a:t>
            </a:r>
            <a:endParaRPr b="0" lang="en-US" sz="2000" spc="-1" strike="noStrike">
              <a:solidFill>
                <a:srgbClr val="000000"/>
              </a:solidFill>
              <a:latin typeface="Arial"/>
            </a:endParaRPr>
          </a:p>
        </p:txBody>
      </p:sp>
      <p:pic>
        <p:nvPicPr>
          <p:cNvPr id="185" name="Google Shape;263;p10" descr=""/>
          <p:cNvPicPr/>
          <p:nvPr/>
        </p:nvPicPr>
        <p:blipFill>
          <a:blip r:embed="rId1"/>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sp>
        <p:nvSpPr>
          <p:cNvPr id="187" name="PlaceHolder 2"/>
          <p:cNvSpPr>
            <a:spLocks noGrp="1"/>
          </p:cNvSpPr>
          <p:nvPr>
            <p:ph/>
          </p:nvPr>
        </p:nvSpPr>
        <p:spPr>
          <a:xfrm>
            <a:off x="82800" y="1140480"/>
            <a:ext cx="7129440" cy="5231880"/>
          </a:xfrm>
          <a:prstGeom prst="rect">
            <a:avLst/>
          </a:prstGeom>
          <a:noFill/>
          <a:ln w="0">
            <a:noFill/>
          </a:ln>
        </p:spPr>
        <p:txBody>
          <a:bodyPr lIns="91440" rIns="91440" tIns="45720" bIns="45720" anchor="t">
            <a:noAutofit/>
          </a:bodyPr>
          <a:p>
            <a:pPr marL="228600" indent="0" algn="just">
              <a:lnSpc>
                <a:spcPct val="150000"/>
              </a:lnSpc>
              <a:spcBef>
                <a:spcPts val="1001"/>
              </a:spcBef>
              <a:buNone/>
              <a:tabLst>
                <a:tab algn="l" pos="0"/>
              </a:tabLst>
            </a:pPr>
            <a:r>
              <a:rPr b="0" lang="en-US" sz="2000" spc="-1" strike="noStrike">
                <a:solidFill>
                  <a:schemeClr val="dk1"/>
                </a:solidFill>
                <a:latin typeface="Calibri"/>
                <a:ea typeface="Calibri"/>
              </a:rPr>
              <a:t>Different patterns/principles used are </a:t>
            </a:r>
            <a:endParaRPr b="0" lang="en-US" sz="2000" spc="-1" strike="noStrike">
              <a:solidFill>
                <a:srgbClr val="000000"/>
              </a:solidFill>
              <a:latin typeface="Arial"/>
            </a:endParaRPr>
          </a:p>
          <a:p>
            <a:pPr lvl="1" marL="914400" indent="-228600" algn="just">
              <a:lnSpc>
                <a:spcPct val="150000"/>
              </a:lnSpc>
              <a:buClr>
                <a:srgbClr val="000000"/>
              </a:buClr>
              <a:buFont typeface="Arial"/>
              <a:buChar char="•"/>
              <a:tabLst>
                <a:tab algn="l" pos="0"/>
              </a:tabLst>
            </a:pPr>
            <a:r>
              <a:rPr b="1" lang="en-US" sz="2000" spc="-1" strike="noStrike">
                <a:solidFill>
                  <a:schemeClr val="dk1"/>
                </a:solidFill>
                <a:latin typeface="Calibri"/>
                <a:ea typeface="Calibri"/>
              </a:rPr>
              <a:t>Creator</a:t>
            </a:r>
            <a:endParaRPr b="0" lang="en-US" sz="2000" spc="-1" strike="noStrike">
              <a:solidFill>
                <a:srgbClr val="000000"/>
              </a:solidFill>
              <a:latin typeface="Arial"/>
            </a:endParaRPr>
          </a:p>
          <a:p>
            <a:pPr lvl="1" marL="914400" indent="-228600" algn="just">
              <a:lnSpc>
                <a:spcPct val="150000"/>
              </a:lnSpc>
              <a:buClr>
                <a:srgbClr val="000000"/>
              </a:buClr>
              <a:buFont typeface="Arial"/>
              <a:buChar char="•"/>
              <a:tabLst>
                <a:tab algn="l" pos="0"/>
              </a:tabLst>
            </a:pPr>
            <a:r>
              <a:rPr b="1" lang="en-US" sz="2000" spc="-1" strike="noStrike">
                <a:solidFill>
                  <a:schemeClr val="dk1"/>
                </a:solidFill>
                <a:latin typeface="Calibri"/>
                <a:ea typeface="Calibri"/>
              </a:rPr>
              <a:t>Information expert</a:t>
            </a:r>
            <a:endParaRPr b="0" lang="en-US" sz="2000" spc="-1" strike="noStrike">
              <a:solidFill>
                <a:srgbClr val="000000"/>
              </a:solidFill>
              <a:latin typeface="Arial"/>
            </a:endParaRPr>
          </a:p>
          <a:p>
            <a:pPr lvl="1" marL="914400" indent="-228600" algn="just">
              <a:lnSpc>
                <a:spcPct val="150000"/>
              </a:lnSpc>
              <a:buClr>
                <a:srgbClr val="000000"/>
              </a:buClr>
              <a:buFont typeface="Arial"/>
              <a:buChar char="•"/>
              <a:tabLst>
                <a:tab algn="l" pos="0"/>
              </a:tabLst>
            </a:pPr>
            <a:r>
              <a:rPr b="1" lang="en-US" sz="2000" spc="-1" strike="noStrike">
                <a:solidFill>
                  <a:schemeClr val="dk1"/>
                </a:solidFill>
                <a:latin typeface="Calibri"/>
                <a:ea typeface="Calibri"/>
              </a:rPr>
              <a:t>Low coupling</a:t>
            </a:r>
            <a:endParaRPr b="0" lang="en-US" sz="2000" spc="-1" strike="noStrike">
              <a:solidFill>
                <a:srgbClr val="000000"/>
              </a:solidFill>
              <a:latin typeface="Arial"/>
            </a:endParaRPr>
          </a:p>
          <a:p>
            <a:pPr lvl="1" marL="914400" indent="-228600" algn="just">
              <a:lnSpc>
                <a:spcPct val="150000"/>
              </a:lnSpc>
              <a:buClr>
                <a:srgbClr val="000000"/>
              </a:buClr>
              <a:buFont typeface="Arial"/>
              <a:buChar char="•"/>
              <a:tabLst>
                <a:tab algn="l" pos="0"/>
              </a:tabLst>
            </a:pPr>
            <a:r>
              <a:rPr b="1" lang="en-US" sz="2000" spc="-1" strike="noStrike">
                <a:solidFill>
                  <a:schemeClr val="dk1"/>
                </a:solidFill>
                <a:latin typeface="Calibri"/>
                <a:ea typeface="Calibri"/>
              </a:rPr>
              <a:t>Controller</a:t>
            </a:r>
            <a:endParaRPr b="0" lang="en-US" sz="2000" spc="-1" strike="noStrike">
              <a:solidFill>
                <a:srgbClr val="000000"/>
              </a:solidFill>
              <a:latin typeface="Arial"/>
            </a:endParaRPr>
          </a:p>
          <a:p>
            <a:pPr lvl="1" marL="914400" indent="-228600" algn="just">
              <a:lnSpc>
                <a:spcPct val="150000"/>
              </a:lnSpc>
              <a:buClr>
                <a:srgbClr val="000000"/>
              </a:buClr>
              <a:buFont typeface="Arial"/>
              <a:buChar char="•"/>
              <a:tabLst>
                <a:tab algn="l" pos="0"/>
              </a:tabLst>
            </a:pPr>
            <a:r>
              <a:rPr b="1" lang="en-US" sz="2000" spc="-1" strike="noStrike">
                <a:solidFill>
                  <a:schemeClr val="dk1"/>
                </a:solidFill>
                <a:latin typeface="Calibri"/>
                <a:ea typeface="Calibri"/>
              </a:rPr>
              <a:t>High cohesion</a:t>
            </a:r>
            <a:endParaRPr b="0" lang="en-US" sz="2000" spc="-1" strike="noStrike">
              <a:solidFill>
                <a:srgbClr val="000000"/>
              </a:solidFill>
              <a:latin typeface="Arial"/>
            </a:endParaRPr>
          </a:p>
          <a:p>
            <a:pPr lvl="1" marL="914400" indent="-228600" algn="just">
              <a:lnSpc>
                <a:spcPct val="150000"/>
              </a:lnSpc>
              <a:buClr>
                <a:srgbClr val="000000"/>
              </a:buClr>
              <a:buFont typeface="Arial"/>
              <a:buChar char="•"/>
              <a:tabLst>
                <a:tab algn="l" pos="0"/>
              </a:tabLst>
            </a:pPr>
            <a:r>
              <a:rPr b="1" lang="en-US" sz="2000" spc="-1" strike="noStrike">
                <a:solidFill>
                  <a:schemeClr val="dk1"/>
                </a:solidFill>
                <a:latin typeface="Calibri"/>
                <a:ea typeface="Calibri"/>
              </a:rPr>
              <a:t>Polymorphism</a:t>
            </a:r>
            <a:endParaRPr b="0" lang="en-US" sz="2000" spc="-1" strike="noStrike">
              <a:solidFill>
                <a:srgbClr val="000000"/>
              </a:solidFill>
              <a:latin typeface="Arial"/>
            </a:endParaRPr>
          </a:p>
          <a:p>
            <a:pPr lvl="1" marL="914400" indent="-228600" algn="just">
              <a:lnSpc>
                <a:spcPct val="150000"/>
              </a:lnSpc>
              <a:buClr>
                <a:srgbClr val="000000"/>
              </a:buClr>
              <a:buFont typeface="Arial"/>
              <a:buChar char="•"/>
              <a:tabLst>
                <a:tab algn="l" pos="0"/>
              </a:tabLst>
            </a:pPr>
            <a:r>
              <a:rPr b="1" lang="en-US" sz="2000" spc="-1" strike="noStrike">
                <a:solidFill>
                  <a:schemeClr val="dk1"/>
                </a:solidFill>
                <a:latin typeface="Calibri"/>
                <a:ea typeface="Calibri"/>
              </a:rPr>
              <a:t>Indirection</a:t>
            </a:r>
            <a:endParaRPr b="0" lang="en-US" sz="2000" spc="-1" strike="noStrike">
              <a:solidFill>
                <a:srgbClr val="000000"/>
              </a:solidFill>
              <a:latin typeface="Arial"/>
            </a:endParaRPr>
          </a:p>
          <a:p>
            <a:pPr lvl="1" marL="914400" indent="-228600" algn="just">
              <a:lnSpc>
                <a:spcPct val="150000"/>
              </a:lnSpc>
              <a:buClr>
                <a:srgbClr val="000000"/>
              </a:buClr>
              <a:buFont typeface="Arial"/>
              <a:buChar char="•"/>
              <a:tabLst>
                <a:tab algn="l" pos="0"/>
              </a:tabLst>
            </a:pPr>
            <a:r>
              <a:rPr b="1" lang="en-US" sz="2000" spc="-1" strike="noStrike">
                <a:solidFill>
                  <a:schemeClr val="dk1"/>
                </a:solidFill>
                <a:latin typeface="Calibri"/>
                <a:ea typeface="Calibri"/>
              </a:rPr>
              <a:t>Protected variations</a:t>
            </a:r>
            <a:endParaRPr b="0" lang="en-US" sz="2000" spc="-1" strike="noStrike">
              <a:solidFill>
                <a:srgbClr val="000000"/>
              </a:solidFill>
              <a:latin typeface="Arial"/>
            </a:endParaRPr>
          </a:p>
          <a:p>
            <a:pPr lvl="1" marL="914400" indent="-228600" algn="just">
              <a:lnSpc>
                <a:spcPct val="150000"/>
              </a:lnSpc>
              <a:buClr>
                <a:srgbClr val="000000"/>
              </a:buClr>
              <a:buFont typeface="Arial"/>
              <a:buChar char="•"/>
              <a:tabLst>
                <a:tab algn="l" pos="0"/>
              </a:tabLst>
            </a:pPr>
            <a:r>
              <a:rPr b="1" lang="en-US" sz="2000" spc="-1" strike="noStrike">
                <a:solidFill>
                  <a:schemeClr val="dk1"/>
                </a:solidFill>
                <a:latin typeface="Calibri"/>
                <a:ea typeface="Calibri"/>
              </a:rPr>
              <a:t>Pure fabrication</a:t>
            </a:r>
            <a:endParaRPr b="0" lang="en-US" sz="2000" spc="-1" strike="noStrike">
              <a:solidFill>
                <a:srgbClr val="000000"/>
              </a:solidFill>
              <a:latin typeface="Arial"/>
            </a:endParaRPr>
          </a:p>
          <a:p>
            <a:pPr marL="457200" indent="-105120" algn="just">
              <a:lnSpc>
                <a:spcPct val="150000"/>
              </a:lnSpc>
              <a:spcBef>
                <a:spcPts val="1001"/>
              </a:spcBef>
              <a:buNone/>
              <a:tabLst>
                <a:tab algn="l" pos="0"/>
              </a:tabLst>
            </a:pPr>
            <a:endParaRPr b="0" lang="en-US" sz="2000" spc="-1" strike="noStrike">
              <a:solidFill>
                <a:srgbClr val="000000"/>
              </a:solidFill>
              <a:latin typeface="Arial"/>
            </a:endParaRPr>
          </a:p>
        </p:txBody>
      </p:sp>
      <p:cxnSp>
        <p:nvCxnSpPr>
          <p:cNvPr id="188" name="Google Shape;271;p12"/>
          <p:cNvCxnSpPr/>
          <p:nvPr/>
        </p:nvCxnSpPr>
        <p:spPr>
          <a:xfrm>
            <a:off x="5760" y="1252440"/>
            <a:ext cx="6226200" cy="1080"/>
          </a:xfrm>
          <a:prstGeom prst="straightConnector1">
            <a:avLst/>
          </a:prstGeom>
          <a:ln w="38100">
            <a:solidFill>
              <a:srgbClr val="c55a11"/>
            </a:solidFill>
            <a:miter/>
          </a:ln>
        </p:spPr>
      </p:cxnSp>
      <p:sp>
        <p:nvSpPr>
          <p:cNvPr id="189" name="Google Shape;272;p12"/>
          <p:cNvSpPr/>
          <p:nvPr/>
        </p:nvSpPr>
        <p:spPr>
          <a:xfrm>
            <a:off x="194400" y="48456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GRASP Design principles</a:t>
            </a:r>
            <a:endParaRPr b="0" lang="en-US" sz="2800" spc="-1" strike="noStrike">
              <a:solidFill>
                <a:srgbClr val="000000"/>
              </a:solidFill>
              <a:latin typeface="Arial"/>
            </a:endParaRPr>
          </a:p>
        </p:txBody>
      </p:sp>
      <p:sp>
        <p:nvSpPr>
          <p:cNvPr id="190" name="Google Shape;273;p12"/>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sp>
        <p:nvSpPr>
          <p:cNvPr id="191" name="Google Shape;274;p12"/>
          <p:cNvSpPr/>
          <p:nvPr/>
        </p:nvSpPr>
        <p:spPr>
          <a:xfrm>
            <a:off x="3647880" y="3157560"/>
            <a:ext cx="5329800" cy="1735560"/>
          </a:xfrm>
          <a:prstGeom prst="rect">
            <a:avLst/>
          </a:prstGeom>
          <a:noFill/>
          <a:ln w="0">
            <a:noFill/>
          </a:ln>
        </p:spPr>
        <p:style>
          <a:lnRef idx="0"/>
          <a:fillRef idx="0"/>
          <a:effectRef idx="0"/>
          <a:fontRef idx="minor"/>
        </p:style>
        <p:txBody>
          <a:bodyPr lIns="90000" rIns="90000" tIns="45000" bIns="45000" anchor="t">
            <a:spAutoFit/>
          </a:bodyPr>
          <a:p>
            <a:pPr algn="just">
              <a:lnSpc>
                <a:spcPct val="150000"/>
              </a:lnSpc>
              <a:tabLst>
                <a:tab algn="l" pos="0"/>
              </a:tabLst>
            </a:pPr>
            <a:r>
              <a:rPr b="1" lang="en-US" sz="2400" spc="-1" strike="noStrike">
                <a:solidFill>
                  <a:srgbClr val="ff0000"/>
                </a:solidFill>
                <a:latin typeface="Calibri"/>
                <a:ea typeface="Calibri"/>
              </a:rPr>
              <a:t>Design principle (Larman: “pattern”) – An attempt at a methodical way to do object design</a:t>
            </a:r>
            <a:endParaRPr b="0" lang="en-US" sz="2400" spc="-1" strike="noStrike">
              <a:solidFill>
                <a:srgbClr val="000000"/>
              </a:solidFill>
              <a:latin typeface="Arial"/>
            </a:endParaRPr>
          </a:p>
        </p:txBody>
      </p:sp>
      <p:pic>
        <p:nvPicPr>
          <p:cNvPr id="192" name="Google Shape;275;p12" descr=""/>
          <p:cNvPicPr/>
          <p:nvPr/>
        </p:nvPicPr>
        <p:blipFill>
          <a:blip r:embed="rId1"/>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194" name="Google Shape;282;p13"/>
          <p:cNvCxnSpPr/>
          <p:nvPr/>
        </p:nvCxnSpPr>
        <p:spPr>
          <a:xfrm>
            <a:off x="5760" y="1252440"/>
            <a:ext cx="6226200" cy="1080"/>
          </a:xfrm>
          <a:prstGeom prst="straightConnector1">
            <a:avLst/>
          </a:prstGeom>
          <a:ln w="38100">
            <a:solidFill>
              <a:srgbClr val="c55a11"/>
            </a:solidFill>
            <a:miter/>
          </a:ln>
        </p:spPr>
      </p:cxnSp>
      <p:sp>
        <p:nvSpPr>
          <p:cNvPr id="195" name="Google Shape;283;p13"/>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Creator</a:t>
            </a:r>
            <a:endParaRPr b="0" lang="en-US" sz="2800" spc="-1" strike="noStrike">
              <a:solidFill>
                <a:srgbClr val="000000"/>
              </a:solidFill>
              <a:latin typeface="Arial"/>
            </a:endParaRPr>
          </a:p>
        </p:txBody>
      </p:sp>
      <p:sp>
        <p:nvSpPr>
          <p:cNvPr id="196" name="Google Shape;284;p13"/>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sp>
        <p:nvSpPr>
          <p:cNvPr id="197" name="Google Shape;285;p13"/>
          <p:cNvSpPr/>
          <p:nvPr/>
        </p:nvSpPr>
        <p:spPr>
          <a:xfrm>
            <a:off x="82800" y="1296000"/>
            <a:ext cx="8977680" cy="3107160"/>
          </a:xfrm>
          <a:prstGeom prst="rect">
            <a:avLst/>
          </a:prstGeom>
          <a:noFill/>
          <a:ln w="0">
            <a:noFill/>
          </a:ln>
        </p:spPr>
        <p:style>
          <a:lnRef idx="0"/>
          <a:fillRef idx="0"/>
          <a:effectRef idx="0"/>
          <a:fontRef idx="minor"/>
        </p:style>
        <p:txBody>
          <a:bodyPr lIns="90000" rIns="90000" tIns="45000" bIns="45000" anchor="t">
            <a:spAutoFit/>
          </a:bodyPr>
          <a:p>
            <a:pPr marL="216000" indent="-216000" algn="just">
              <a:lnSpc>
                <a:spcPct val="150000"/>
              </a:lnSpc>
              <a:buClr>
                <a:srgbClr val="000000"/>
              </a:buClr>
              <a:buFont typeface="Arial"/>
              <a:buChar char="•"/>
            </a:pPr>
            <a:r>
              <a:rPr b="0" lang="en-US" sz="2400" spc="-1" strike="noStrike">
                <a:solidFill>
                  <a:schemeClr val="dk1"/>
                </a:solidFill>
                <a:latin typeface="Times New Roman"/>
                <a:ea typeface="Times New Roman"/>
              </a:rPr>
              <a:t>   </a:t>
            </a:r>
            <a:r>
              <a:rPr b="0" lang="en-US" sz="2000" spc="-1" strike="noStrike">
                <a:solidFill>
                  <a:schemeClr val="dk1"/>
                </a:solidFill>
                <a:latin typeface="Times New Roman"/>
                <a:ea typeface="Times New Roman"/>
              </a:rPr>
              <a:t>Who creates an Object? Or who should create  a new   instance of some class?</a:t>
            </a:r>
            <a:endParaRPr b="0" lang="en-US" sz="2000" spc="-1" strike="noStrike">
              <a:solidFill>
                <a:srgbClr val="000000"/>
              </a:solidFill>
              <a:latin typeface="Arial"/>
            </a:endParaRPr>
          </a:p>
          <a:p>
            <a:pPr marL="216000" indent="-216000" algn="just">
              <a:lnSpc>
                <a:spcPct val="150000"/>
              </a:lnSpc>
              <a:buClr>
                <a:srgbClr val="000000"/>
              </a:buClr>
              <a:buFont typeface="Arial"/>
              <a:buChar char="•"/>
            </a:pPr>
            <a:r>
              <a:rPr b="0" lang="en-US" sz="2000" spc="-1" strike="noStrike">
                <a:solidFill>
                  <a:srgbClr val="000000"/>
                </a:solidFill>
                <a:latin typeface="Times New Roman"/>
                <a:ea typeface="Times New Roman"/>
              </a:rPr>
              <a:t>Assign the responsibility of creating instances of a class to the class that has the most knowledge about when and how to create them</a:t>
            </a:r>
            <a:endParaRPr b="0" lang="en-US" sz="2000" spc="-1" strike="noStrike">
              <a:solidFill>
                <a:srgbClr val="000000"/>
              </a:solidFill>
              <a:latin typeface="Arial"/>
            </a:endParaRPr>
          </a:p>
          <a:p>
            <a:pPr marL="216000" indent="-216000" algn="just">
              <a:lnSpc>
                <a:spcPct val="150000"/>
              </a:lnSpc>
              <a:buClr>
                <a:srgbClr val="000000"/>
              </a:buClr>
              <a:buFont typeface="Arial"/>
              <a:buChar char="•"/>
            </a:pPr>
            <a:r>
              <a:rPr b="0" lang="en-US" sz="2400" spc="-1" strike="noStrike">
                <a:solidFill>
                  <a:schemeClr val="dk1"/>
                </a:solidFill>
                <a:latin typeface="Times New Roman"/>
                <a:ea typeface="Times New Roman"/>
              </a:rPr>
              <a:t> “</a:t>
            </a:r>
            <a:r>
              <a:rPr b="0" lang="en-US" sz="2000" spc="-1" strike="noStrike">
                <a:solidFill>
                  <a:schemeClr val="dk1"/>
                </a:solidFill>
                <a:latin typeface="Times New Roman"/>
                <a:ea typeface="Times New Roman"/>
              </a:rPr>
              <a:t>Container” object creates “contained” objects.</a:t>
            </a:r>
            <a:endParaRPr b="0" lang="en-US" sz="2000" spc="-1" strike="noStrike">
              <a:solidFill>
                <a:srgbClr val="000000"/>
              </a:solidFill>
              <a:latin typeface="Arial"/>
            </a:endParaRPr>
          </a:p>
          <a:p>
            <a:pPr marL="216000" indent="-216000" algn="just">
              <a:lnSpc>
                <a:spcPct val="150000"/>
              </a:lnSpc>
              <a:buClr>
                <a:srgbClr val="000000"/>
              </a:buClr>
              <a:buFont typeface="Arial"/>
              <a:buChar char="•"/>
            </a:pPr>
            <a:r>
              <a:rPr b="0" lang="en-US" sz="2000" spc="-1" strike="noStrike">
                <a:solidFill>
                  <a:schemeClr val="dk1"/>
                </a:solidFill>
                <a:latin typeface="Times New Roman"/>
                <a:ea typeface="Times New Roman"/>
              </a:rPr>
              <a:t>   </a:t>
            </a:r>
            <a:r>
              <a:rPr b="0" lang="en-US" sz="2000" spc="-1" strike="noStrike">
                <a:solidFill>
                  <a:schemeClr val="dk1"/>
                </a:solidFill>
                <a:latin typeface="Times New Roman"/>
                <a:ea typeface="Times New Roman"/>
              </a:rPr>
              <a:t>Decide who can be creator based on the  object's association and their interaction</a:t>
            </a:r>
            <a:endParaRPr b="0" lang="en-US" sz="2000" spc="-1" strike="noStrike">
              <a:solidFill>
                <a:srgbClr val="000000"/>
              </a:solidFill>
              <a:latin typeface="Arial"/>
            </a:endParaRPr>
          </a:p>
          <a:p>
            <a:pPr marL="216000" indent="-216000" algn="just">
              <a:lnSpc>
                <a:spcPct val="150000"/>
              </a:lnSpc>
              <a:buClr>
                <a:srgbClr val="000000"/>
              </a:buClr>
              <a:buFont typeface="Arial"/>
              <a:buChar char="•"/>
            </a:pPr>
            <a:r>
              <a:rPr b="1" lang="en-US" sz="2400" spc="-1" strike="noStrike">
                <a:solidFill>
                  <a:srgbClr val="000000"/>
                </a:solidFill>
                <a:latin typeface="Times New Roman"/>
                <a:ea typeface="Times New Roman"/>
              </a:rPr>
              <a:t>    </a:t>
            </a:r>
            <a:r>
              <a:rPr b="1" lang="en-US" sz="2400" spc="-1" strike="noStrike">
                <a:solidFill>
                  <a:srgbClr val="000000"/>
                </a:solidFill>
                <a:latin typeface="Times New Roman"/>
                <a:ea typeface="Times New Roman"/>
              </a:rPr>
              <a:t>Example:</a:t>
            </a:r>
            <a:r>
              <a:rPr b="0" lang="en-US" sz="2400" spc="-1" strike="noStrike">
                <a:solidFill>
                  <a:srgbClr val="000000"/>
                </a:solidFill>
                <a:latin typeface="Times New Roman"/>
                <a:ea typeface="Times New Roman"/>
              </a:rPr>
              <a:t> Who creates the square object in monopoly game?</a:t>
            </a:r>
            <a:endParaRPr b="0" lang="en-US" sz="2400" spc="-1" strike="noStrike">
              <a:solidFill>
                <a:srgbClr val="000000"/>
              </a:solidFill>
              <a:latin typeface="Arial"/>
            </a:endParaRPr>
          </a:p>
        </p:txBody>
      </p:sp>
      <p:pic>
        <p:nvPicPr>
          <p:cNvPr id="198" name="Google Shape;286;p13" descr=""/>
          <p:cNvPicPr/>
          <p:nvPr/>
        </p:nvPicPr>
        <p:blipFill>
          <a:blip r:embed="rId1"/>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200" name="Google Shape;293;p3"/>
          <p:cNvCxnSpPr/>
          <p:nvPr/>
        </p:nvCxnSpPr>
        <p:spPr>
          <a:xfrm>
            <a:off x="5760" y="1252440"/>
            <a:ext cx="6226200" cy="1080"/>
          </a:xfrm>
          <a:prstGeom prst="straightConnector1">
            <a:avLst/>
          </a:prstGeom>
          <a:ln w="38100">
            <a:solidFill>
              <a:srgbClr val="c55a11"/>
            </a:solidFill>
            <a:miter/>
          </a:ln>
        </p:spPr>
      </p:cxnSp>
      <p:sp>
        <p:nvSpPr>
          <p:cNvPr id="201" name="Google Shape;294;p3"/>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Creator</a:t>
            </a:r>
            <a:endParaRPr b="0" lang="en-US" sz="2800" spc="-1" strike="noStrike">
              <a:solidFill>
                <a:srgbClr val="000000"/>
              </a:solidFill>
              <a:latin typeface="Arial"/>
            </a:endParaRPr>
          </a:p>
        </p:txBody>
      </p:sp>
      <p:sp>
        <p:nvSpPr>
          <p:cNvPr id="202" name="Google Shape;295;p3"/>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sp>
        <p:nvSpPr>
          <p:cNvPr id="203" name="Google Shape;296;p3"/>
          <p:cNvSpPr/>
          <p:nvPr/>
        </p:nvSpPr>
        <p:spPr>
          <a:xfrm>
            <a:off x="82800" y="1296000"/>
            <a:ext cx="8977680" cy="5118840"/>
          </a:xfrm>
          <a:prstGeom prst="rect">
            <a:avLst/>
          </a:prstGeom>
          <a:noFill/>
          <a:ln w="0">
            <a:noFill/>
          </a:ln>
        </p:spPr>
        <p:style>
          <a:lnRef idx="0"/>
          <a:fillRef idx="0"/>
          <a:effectRef idx="0"/>
          <a:fontRef idx="minor"/>
        </p:style>
        <p:txBody>
          <a:bodyPr lIns="90000" rIns="90000" tIns="45000" bIns="45000" anchor="t">
            <a:spAutoFit/>
          </a:bodyPr>
          <a:p>
            <a:pPr marL="216000" indent="-216000" algn="just">
              <a:lnSpc>
                <a:spcPct val="150000"/>
              </a:lnSpc>
              <a:buClr>
                <a:srgbClr val="000000"/>
              </a:buClr>
              <a:buFont typeface="Arial"/>
              <a:buChar char="•"/>
            </a:pPr>
            <a:r>
              <a:rPr b="1" lang="en-US" sz="2000" spc="-1" strike="noStrike">
                <a:solidFill>
                  <a:srgbClr val="242424"/>
                </a:solidFill>
                <a:latin typeface="Times New Roman"/>
                <a:ea typeface="Times New Roman"/>
              </a:rPr>
              <a:t>Identify Object Creation Scenarios</a:t>
            </a:r>
            <a:r>
              <a:rPr b="0" lang="en-US" sz="2000" spc="-1" strike="noStrike">
                <a:solidFill>
                  <a:srgbClr val="242424"/>
                </a:solidFill>
                <a:latin typeface="Times New Roman"/>
                <a:ea typeface="Times New Roman"/>
              </a:rPr>
              <a:t>: Determine which classes are responsible for creating instances of other classes within the system.</a:t>
            </a:r>
            <a:endParaRPr b="0" lang="en-US" sz="2000" spc="-1" strike="noStrike">
              <a:solidFill>
                <a:srgbClr val="000000"/>
              </a:solidFill>
              <a:latin typeface="Arial"/>
            </a:endParaRPr>
          </a:p>
          <a:p>
            <a:pPr marL="216000" indent="-216000" algn="just">
              <a:lnSpc>
                <a:spcPct val="150000"/>
              </a:lnSpc>
              <a:buClr>
                <a:srgbClr val="000000"/>
              </a:buClr>
              <a:buFont typeface="Arial"/>
              <a:buChar char="•"/>
            </a:pPr>
            <a:r>
              <a:rPr b="1" lang="en-US" sz="2000" spc="-1" strike="noStrike">
                <a:solidFill>
                  <a:srgbClr val="000000"/>
                </a:solidFill>
                <a:latin typeface="Times New Roman"/>
                <a:ea typeface="Times New Roman"/>
              </a:rPr>
              <a:t>Delegate Object Creation: </a:t>
            </a:r>
            <a:r>
              <a:rPr b="0" lang="en-US" sz="2000" spc="-1" strike="noStrike">
                <a:solidFill>
                  <a:srgbClr val="000000"/>
                </a:solidFill>
                <a:latin typeface="Times New Roman"/>
                <a:ea typeface="Times New Roman"/>
              </a:rPr>
              <a:t>Assign responsibility for creating objects to classes that are best suited for the task.</a:t>
            </a:r>
            <a:endParaRPr b="0" lang="en-US" sz="2000" spc="-1" strike="noStrike">
              <a:solidFill>
                <a:srgbClr val="000000"/>
              </a:solidFill>
              <a:latin typeface="Arial"/>
            </a:endParaRPr>
          </a:p>
          <a:p>
            <a:pPr marL="216000" indent="-216000" algn="just">
              <a:lnSpc>
                <a:spcPct val="150000"/>
              </a:lnSpc>
              <a:buClr>
                <a:srgbClr val="000000"/>
              </a:buClr>
              <a:buFont typeface="Arial"/>
              <a:buChar char="•"/>
            </a:pPr>
            <a:r>
              <a:rPr b="1" lang="en-US" sz="2000" spc="-1" strike="noStrike">
                <a:solidFill>
                  <a:srgbClr val="000000"/>
                </a:solidFill>
                <a:latin typeface="Times New Roman"/>
                <a:ea typeface="Times New Roman"/>
              </a:rPr>
              <a:t>Encapsulate Initialization Logic: </a:t>
            </a:r>
            <a:r>
              <a:rPr b="0" lang="en-US" sz="2000" spc="-1" strike="noStrike">
                <a:solidFill>
                  <a:srgbClr val="000000"/>
                </a:solidFill>
                <a:latin typeface="Times New Roman"/>
                <a:ea typeface="Times New Roman"/>
              </a:rPr>
              <a:t>Ensure that the classes responsible for creating objects encapsulate the initialization logic within them. </a:t>
            </a:r>
            <a:endParaRPr b="0" lang="en-US" sz="2000" spc="-1" strike="noStrike">
              <a:solidFill>
                <a:srgbClr val="000000"/>
              </a:solidFill>
              <a:latin typeface="Arial"/>
            </a:endParaRPr>
          </a:p>
          <a:p>
            <a:pPr marL="216000" indent="-216000" algn="just">
              <a:lnSpc>
                <a:spcPct val="150000"/>
              </a:lnSpc>
              <a:buClr>
                <a:srgbClr val="000000"/>
              </a:buClr>
              <a:buFont typeface="Arial"/>
              <a:buChar char="•"/>
            </a:pPr>
            <a:r>
              <a:rPr b="1" lang="en-US" sz="2000" spc="-1" strike="noStrike">
                <a:solidFill>
                  <a:srgbClr val="000000"/>
                </a:solidFill>
                <a:latin typeface="Times New Roman"/>
                <a:ea typeface="Times New Roman"/>
              </a:rPr>
              <a:t>Promote Loose Coupling: </a:t>
            </a:r>
            <a:r>
              <a:rPr b="0" lang="en-US" sz="2000" spc="-1" strike="noStrike">
                <a:solidFill>
                  <a:srgbClr val="000000"/>
                </a:solidFill>
                <a:latin typeface="Times New Roman"/>
                <a:ea typeface="Times New Roman"/>
              </a:rPr>
              <a:t>Aim to minimize dependencies between classes by decoupling object creation logic from the classes that use the created objects.</a:t>
            </a:r>
            <a:endParaRPr b="0" lang="en-US" sz="2000" spc="-1" strike="noStrike">
              <a:solidFill>
                <a:srgbClr val="000000"/>
              </a:solidFill>
              <a:latin typeface="Arial"/>
            </a:endParaRPr>
          </a:p>
          <a:p>
            <a:pPr marL="216000" indent="-216000" algn="just">
              <a:lnSpc>
                <a:spcPct val="150000"/>
              </a:lnSpc>
              <a:buClr>
                <a:srgbClr val="000000"/>
              </a:buClr>
              <a:buFont typeface="Arial"/>
              <a:buChar char="•"/>
            </a:pPr>
            <a:r>
              <a:rPr b="1" lang="en-US" sz="2000" spc="-1" strike="noStrike">
                <a:solidFill>
                  <a:srgbClr val="000000"/>
                </a:solidFill>
                <a:latin typeface="Times New Roman"/>
                <a:ea typeface="Times New Roman"/>
              </a:rPr>
              <a:t>Consider Dependency Inversion: </a:t>
            </a:r>
            <a:r>
              <a:rPr b="0" lang="en-US" sz="2000" spc="-1" strike="noStrike">
                <a:solidFill>
                  <a:srgbClr val="000000"/>
                </a:solidFill>
                <a:latin typeface="Times New Roman"/>
                <a:ea typeface="Times New Roman"/>
              </a:rPr>
              <a:t>When designing classes that create objects, consider using dependency inversion principles to invert dependencies and promote abstraction.</a:t>
            </a:r>
            <a:endParaRPr b="0" lang="en-US" sz="2000" spc="-1" strike="noStrike">
              <a:solidFill>
                <a:srgbClr val="000000"/>
              </a:solidFill>
              <a:latin typeface="Arial"/>
            </a:endParaRPr>
          </a:p>
        </p:txBody>
      </p:sp>
      <p:pic>
        <p:nvPicPr>
          <p:cNvPr id="204" name="Google Shape;297;p3" descr=""/>
          <p:cNvPicPr/>
          <p:nvPr/>
        </p:nvPicPr>
        <p:blipFill>
          <a:blip r:embed="rId1"/>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206" name="Google Shape;304;p4"/>
          <p:cNvCxnSpPr/>
          <p:nvPr/>
        </p:nvCxnSpPr>
        <p:spPr>
          <a:xfrm>
            <a:off x="5760" y="1252440"/>
            <a:ext cx="6226200" cy="1080"/>
          </a:xfrm>
          <a:prstGeom prst="straightConnector1">
            <a:avLst/>
          </a:prstGeom>
          <a:ln w="38100">
            <a:solidFill>
              <a:srgbClr val="c55a11"/>
            </a:solidFill>
            <a:miter/>
          </a:ln>
        </p:spPr>
      </p:cxnSp>
      <p:sp>
        <p:nvSpPr>
          <p:cNvPr id="207" name="Google Shape;305;p4"/>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Creator</a:t>
            </a:r>
            <a:endParaRPr b="0" lang="en-US" sz="2800" spc="-1" strike="noStrike">
              <a:solidFill>
                <a:srgbClr val="000000"/>
              </a:solidFill>
              <a:latin typeface="Arial"/>
            </a:endParaRPr>
          </a:p>
        </p:txBody>
      </p:sp>
      <p:sp>
        <p:nvSpPr>
          <p:cNvPr id="208" name="Google Shape;306;p4"/>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pic>
        <p:nvPicPr>
          <p:cNvPr id="209" name="Google Shape;307;p4" descr=""/>
          <p:cNvPicPr/>
          <p:nvPr/>
        </p:nvPicPr>
        <p:blipFill>
          <a:blip r:embed="rId1"/>
          <a:stretch/>
        </p:blipFill>
        <p:spPr>
          <a:xfrm>
            <a:off x="8382240" y="0"/>
            <a:ext cx="754560" cy="1287360"/>
          </a:xfrm>
          <a:prstGeom prst="rect">
            <a:avLst/>
          </a:prstGeom>
          <a:ln w="0">
            <a:noFill/>
          </a:ln>
        </p:spPr>
      </p:pic>
      <p:sp>
        <p:nvSpPr>
          <p:cNvPr id="210" name="Google Shape;308;p4"/>
          <p:cNvSpPr/>
          <p:nvPr/>
        </p:nvSpPr>
        <p:spPr>
          <a:xfrm>
            <a:off x="228600" y="1622880"/>
            <a:ext cx="8457840" cy="4968360"/>
          </a:xfrm>
          <a:prstGeom prst="rect">
            <a:avLst/>
          </a:prstGeom>
          <a:noFill/>
          <a:ln w="19050">
            <a:solidFill>
              <a:srgbClr val="000000"/>
            </a:solidFill>
            <a:round/>
          </a:ln>
        </p:spPr>
        <p:style>
          <a:lnRef idx="0"/>
          <a:fillRef idx="0"/>
          <a:effectRef idx="0"/>
          <a:fontRef idx="minor"/>
        </p:style>
        <p:txBody>
          <a:bodyPr lIns="90000" rIns="90000" tIns="45000" bIns="45000" anchor="t">
            <a:spAutoFit/>
          </a:bodyPr>
          <a:p>
            <a:pPr>
              <a:lnSpc>
                <a:spcPct val="100000"/>
              </a:lnSpc>
              <a:tabLst>
                <a:tab algn="l" pos="0"/>
              </a:tabLst>
            </a:pPr>
            <a:r>
              <a:rPr b="0" lang="en-US" sz="2000" spc="-1" strike="noStrike">
                <a:solidFill>
                  <a:schemeClr val="dk1"/>
                </a:solidFill>
                <a:latin typeface="Calibri"/>
                <a:ea typeface="Calibri"/>
              </a:rPr>
              <a:t>public class OrderService {</a:t>
            </a:r>
            <a:br>
              <a:rPr sz="2000"/>
            </a:br>
            <a:br>
              <a:rPr sz="2000"/>
            </a:br>
            <a:r>
              <a:rPr b="0" lang="en-US" sz="2000" spc="-1" strike="noStrike">
                <a:solidFill>
                  <a:srgbClr val="000000"/>
                </a:solidFill>
                <a:latin typeface="Arial"/>
                <a:ea typeface="Calibri"/>
              </a:rPr>
              <a:t>	</a:t>
            </a:r>
            <a:r>
              <a:rPr b="0" lang="en-US" sz="2000" spc="-1" strike="noStrike">
                <a:solidFill>
                  <a:schemeClr val="dk1"/>
                </a:solidFill>
                <a:latin typeface="Calibri"/>
                <a:ea typeface="Calibri"/>
              </a:rPr>
              <a:t>private final OrderRepository orderRepository;</a:t>
            </a:r>
            <a:br>
              <a:rPr sz="2000"/>
            </a:br>
            <a:br>
              <a:rPr sz="2000"/>
            </a:br>
            <a:r>
              <a:rPr b="0" lang="en-US" sz="2000" spc="-1" strike="noStrike">
                <a:solidFill>
                  <a:srgbClr val="000000"/>
                </a:solidFill>
                <a:latin typeface="Arial"/>
                <a:ea typeface="Calibri"/>
              </a:rPr>
              <a:t>	</a:t>
            </a:r>
            <a:r>
              <a:rPr b="0" lang="en-US" sz="2000" spc="-1" strike="noStrike">
                <a:solidFill>
                  <a:schemeClr val="dk1"/>
                </a:solidFill>
                <a:latin typeface="Calibri"/>
                <a:ea typeface="Calibri"/>
              </a:rPr>
              <a:t>public OrderService(OrderRepository orderRepository) {</a:t>
            </a:r>
            <a:br>
              <a:rPr sz="2000"/>
            </a:br>
            <a:r>
              <a:rPr b="0" lang="en-US" sz="2000" spc="-1" strike="noStrike">
                <a:solidFill>
                  <a:srgbClr val="000000"/>
                </a:solidFill>
                <a:latin typeface="Arial"/>
                <a:ea typeface="Calibri"/>
              </a:rPr>
              <a:t>	</a:t>
            </a:r>
            <a:r>
              <a:rPr b="0" lang="en-US" sz="2000" spc="-1" strike="noStrike">
                <a:solidFill>
                  <a:srgbClr val="000000"/>
                </a:solidFill>
                <a:latin typeface="Arial"/>
                <a:ea typeface="Calibri"/>
              </a:rPr>
              <a:t>	</a:t>
            </a:r>
            <a:r>
              <a:rPr b="0" lang="en-US" sz="2000" spc="-1" strike="noStrike">
                <a:solidFill>
                  <a:schemeClr val="dk1"/>
                </a:solidFill>
                <a:latin typeface="Calibri"/>
                <a:ea typeface="Calibri"/>
              </a:rPr>
              <a:t>this.orderRepository = orderRepository;</a:t>
            </a:r>
            <a:br>
              <a:rPr sz="2000"/>
            </a:br>
            <a:r>
              <a:rPr b="0" lang="en-US" sz="2000" spc="-1" strike="noStrike">
                <a:solidFill>
                  <a:srgbClr val="000000"/>
                </a:solidFill>
                <a:latin typeface="Arial"/>
                <a:ea typeface="Calibri"/>
              </a:rPr>
              <a:t>	</a:t>
            </a:r>
            <a:r>
              <a:rPr b="0" lang="en-US" sz="2000" spc="-1" strike="noStrike">
                <a:solidFill>
                  <a:schemeClr val="dk1"/>
                </a:solidFill>
                <a:latin typeface="Calibri"/>
                <a:ea typeface="Calibri"/>
              </a:rPr>
              <a:t>}</a:t>
            </a:r>
            <a:br>
              <a:rPr sz="2000"/>
            </a:br>
            <a:br>
              <a:rPr sz="2000"/>
            </a:br>
            <a:r>
              <a:rPr b="0" lang="en-US" sz="2000" spc="-1" strike="noStrike">
                <a:solidFill>
                  <a:srgbClr val="000000"/>
                </a:solidFill>
                <a:latin typeface="Arial"/>
                <a:ea typeface="Calibri"/>
              </a:rPr>
              <a:t>	</a:t>
            </a:r>
            <a:r>
              <a:rPr b="0" lang="en-US" sz="2000" spc="-1" strike="noStrike">
                <a:solidFill>
                  <a:schemeClr val="dk1"/>
                </a:solidFill>
                <a:latin typeface="Calibri"/>
                <a:ea typeface="Calibri"/>
              </a:rPr>
              <a:t>public void createOrder(Customer customer, List&lt;Product&gt; products) {</a:t>
            </a:r>
            <a:br>
              <a:rPr sz="2000"/>
            </a:br>
            <a:r>
              <a:rPr b="0" lang="en-US" sz="2000" spc="-1" strike="noStrike">
                <a:solidFill>
                  <a:srgbClr val="000000"/>
                </a:solidFill>
                <a:latin typeface="Arial"/>
                <a:ea typeface="Calibri"/>
              </a:rPr>
              <a:t>	</a:t>
            </a:r>
            <a:r>
              <a:rPr b="0" lang="en-US" sz="2000" spc="-1" strike="noStrike">
                <a:solidFill>
                  <a:srgbClr val="000000"/>
                </a:solidFill>
                <a:latin typeface="Arial"/>
                <a:ea typeface="Calibri"/>
              </a:rPr>
              <a:t>	</a:t>
            </a:r>
            <a:r>
              <a:rPr b="0" lang="en-US" sz="2000" spc="-1" strike="noStrike">
                <a:solidFill>
                  <a:schemeClr val="dk1"/>
                </a:solidFill>
                <a:latin typeface="Calibri"/>
                <a:ea typeface="Calibri"/>
              </a:rPr>
              <a:t>// Create a new order object</a:t>
            </a:r>
            <a:br>
              <a:rPr sz="2000"/>
            </a:br>
            <a:r>
              <a:rPr b="0" lang="en-US" sz="2000" spc="-1" strike="noStrike">
                <a:solidFill>
                  <a:srgbClr val="000000"/>
                </a:solidFill>
                <a:latin typeface="Arial"/>
                <a:ea typeface="Calibri"/>
              </a:rPr>
              <a:t>	</a:t>
            </a:r>
            <a:r>
              <a:rPr b="0" lang="en-US" sz="2000" spc="-1" strike="noStrike">
                <a:solidFill>
                  <a:srgbClr val="000000"/>
                </a:solidFill>
                <a:latin typeface="Arial"/>
                <a:ea typeface="Calibri"/>
              </a:rPr>
              <a:t>	</a:t>
            </a:r>
            <a:r>
              <a:rPr b="0" lang="en-US" sz="2000" spc="-1" strike="noStrike">
                <a:solidFill>
                  <a:schemeClr val="dk1"/>
                </a:solidFill>
                <a:latin typeface="Calibri"/>
                <a:ea typeface="Calibri"/>
              </a:rPr>
              <a:t>Order order = new Order(customer, products);</a:t>
            </a:r>
            <a:br>
              <a:rPr sz="2000"/>
            </a:br>
            <a:br>
              <a:rPr sz="2000"/>
            </a:br>
            <a:r>
              <a:rPr b="0" lang="en-US" sz="2000" spc="-1" strike="noStrike">
                <a:solidFill>
                  <a:srgbClr val="000000"/>
                </a:solidFill>
                <a:latin typeface="Arial"/>
                <a:ea typeface="Calibri"/>
              </a:rPr>
              <a:t>	</a:t>
            </a:r>
            <a:r>
              <a:rPr b="0" lang="en-US" sz="2000" spc="-1" strike="noStrike">
                <a:solidFill>
                  <a:srgbClr val="000000"/>
                </a:solidFill>
                <a:latin typeface="Arial"/>
                <a:ea typeface="Calibri"/>
              </a:rPr>
              <a:t>	</a:t>
            </a:r>
            <a:r>
              <a:rPr b="0" lang="en-US" sz="2000" spc="-1" strike="noStrike">
                <a:solidFill>
                  <a:schemeClr val="dk1"/>
                </a:solidFill>
                <a:latin typeface="Calibri"/>
                <a:ea typeface="Calibri"/>
              </a:rPr>
              <a:t>// Save the order to the repository</a:t>
            </a:r>
            <a:br>
              <a:rPr sz="2000"/>
            </a:br>
            <a:r>
              <a:rPr b="0" lang="en-US" sz="2000" spc="-1" strike="noStrike">
                <a:solidFill>
                  <a:srgbClr val="000000"/>
                </a:solidFill>
                <a:latin typeface="Arial"/>
                <a:ea typeface="Calibri"/>
              </a:rPr>
              <a:t>	</a:t>
            </a:r>
            <a:r>
              <a:rPr b="0" lang="en-US" sz="2000" spc="-1" strike="noStrike">
                <a:solidFill>
                  <a:srgbClr val="000000"/>
                </a:solidFill>
                <a:latin typeface="Arial"/>
                <a:ea typeface="Calibri"/>
              </a:rPr>
              <a:t>	</a:t>
            </a:r>
            <a:r>
              <a:rPr b="0" lang="en-US" sz="2000" spc="-1" strike="noStrike">
                <a:solidFill>
                  <a:schemeClr val="dk1"/>
                </a:solidFill>
                <a:latin typeface="Calibri"/>
                <a:ea typeface="Calibri"/>
              </a:rPr>
              <a:t>orderRepository.saveOrder(order);</a:t>
            </a:r>
            <a:br>
              <a:rPr sz="2000"/>
            </a:br>
            <a:r>
              <a:rPr b="0" lang="en-US" sz="2000" spc="-1" strike="noStrike">
                <a:solidFill>
                  <a:srgbClr val="000000"/>
                </a:solidFill>
                <a:latin typeface="Arial"/>
                <a:ea typeface="Calibri"/>
              </a:rPr>
              <a:t>	</a:t>
            </a:r>
            <a:r>
              <a:rPr b="0" lang="en-US" sz="2000" spc="-1" strike="noStrike">
                <a:solidFill>
                  <a:schemeClr val="dk1"/>
                </a:solidFill>
                <a:latin typeface="Calibri"/>
                <a:ea typeface="Calibri"/>
              </a:rPr>
              <a:t>}</a:t>
            </a:r>
            <a:br>
              <a:rPr sz="2000"/>
            </a:br>
            <a:r>
              <a:rPr b="0" lang="en-US" sz="2000" spc="-1" strike="noStrike">
                <a:solidFill>
                  <a:schemeClr val="dk1"/>
                </a:solidFill>
                <a:latin typeface="Calibri"/>
                <a:ea typeface="Calibri"/>
              </a:rPr>
              <a:t>}</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212" name="Google Shape;315;p39"/>
          <p:cNvCxnSpPr/>
          <p:nvPr/>
        </p:nvCxnSpPr>
        <p:spPr>
          <a:xfrm>
            <a:off x="5760" y="1252440"/>
            <a:ext cx="6226200" cy="1080"/>
          </a:xfrm>
          <a:prstGeom prst="straightConnector1">
            <a:avLst/>
          </a:prstGeom>
          <a:ln w="38100">
            <a:solidFill>
              <a:srgbClr val="c55a11"/>
            </a:solidFill>
            <a:miter/>
          </a:ln>
        </p:spPr>
      </p:cxnSp>
      <p:sp>
        <p:nvSpPr>
          <p:cNvPr id="213" name="Google Shape;316;p39"/>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Creator</a:t>
            </a:r>
            <a:endParaRPr b="0" lang="en-US" sz="2800" spc="-1" strike="noStrike">
              <a:solidFill>
                <a:srgbClr val="000000"/>
              </a:solidFill>
              <a:latin typeface="Arial"/>
            </a:endParaRPr>
          </a:p>
        </p:txBody>
      </p:sp>
      <p:sp>
        <p:nvSpPr>
          <p:cNvPr id="214" name="Google Shape;317;p39"/>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a:t>
            </a:r>
            <a:endParaRPr b="0" lang="en-US" sz="2400" spc="-1" strike="noStrike">
              <a:solidFill>
                <a:srgbClr val="000000"/>
              </a:solidFill>
              <a:latin typeface="Arial"/>
            </a:endParaRPr>
          </a:p>
        </p:txBody>
      </p:sp>
      <p:pic>
        <p:nvPicPr>
          <p:cNvPr id="215" name="Google Shape;318;p39" descr=""/>
          <p:cNvPicPr/>
          <p:nvPr/>
        </p:nvPicPr>
        <p:blipFill>
          <a:blip r:embed="rId1"/>
          <a:stretch/>
        </p:blipFill>
        <p:spPr>
          <a:xfrm>
            <a:off x="8382240" y="0"/>
            <a:ext cx="754560" cy="1287360"/>
          </a:xfrm>
          <a:prstGeom prst="rect">
            <a:avLst/>
          </a:prstGeom>
          <a:ln w="0">
            <a:noFill/>
          </a:ln>
        </p:spPr>
      </p:pic>
      <p:sp>
        <p:nvSpPr>
          <p:cNvPr id="216" name="Google Shape;319;p39"/>
          <p:cNvSpPr/>
          <p:nvPr/>
        </p:nvSpPr>
        <p:spPr>
          <a:xfrm>
            <a:off x="113040" y="1690920"/>
            <a:ext cx="8017200" cy="301572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00000"/>
              </a:lnSpc>
              <a:buClr>
                <a:srgbClr val="000000"/>
              </a:buClr>
              <a:buFont typeface="Arial"/>
              <a:buChar char="•"/>
            </a:pPr>
            <a:r>
              <a:rPr b="0" lang="en-US" sz="2400" spc="-1" strike="noStrike">
                <a:solidFill>
                  <a:srgbClr val="242424"/>
                </a:solidFill>
                <a:latin typeface="Times New Roman"/>
                <a:ea typeface="Times New Roman"/>
              </a:rPr>
              <a:t>In this example, the </a:t>
            </a:r>
            <a:r>
              <a:rPr b="1" lang="en-US" sz="2400" spc="-1" strike="noStrike">
                <a:solidFill>
                  <a:srgbClr val="242424"/>
                </a:solidFill>
                <a:latin typeface="Times New Roman"/>
                <a:ea typeface="Times New Roman"/>
              </a:rPr>
              <a:t>OrderService </a:t>
            </a:r>
            <a:r>
              <a:rPr b="0" lang="en-US" sz="2400" spc="-1" strike="noStrike">
                <a:solidFill>
                  <a:srgbClr val="242424"/>
                </a:solidFill>
                <a:latin typeface="Times New Roman"/>
                <a:ea typeface="Times New Roman"/>
              </a:rPr>
              <a:t>class is responsible for creating instances of </a:t>
            </a:r>
            <a:r>
              <a:rPr b="1" lang="en-US" sz="2400" spc="-1" strike="noStrike">
                <a:solidFill>
                  <a:srgbClr val="242424"/>
                </a:solidFill>
                <a:latin typeface="Times New Roman"/>
                <a:ea typeface="Times New Roman"/>
              </a:rPr>
              <a:t>Order </a:t>
            </a:r>
            <a:r>
              <a:rPr b="0" lang="en-US" sz="2400" spc="-1" strike="noStrike">
                <a:solidFill>
                  <a:srgbClr val="242424"/>
                </a:solidFill>
                <a:latin typeface="Times New Roman"/>
                <a:ea typeface="Times New Roman"/>
              </a:rPr>
              <a:t>objects. </a:t>
            </a:r>
            <a:endParaRPr b="0" lang="en-US" sz="2400" spc="-1" strike="noStrike">
              <a:solidFill>
                <a:srgbClr val="000000"/>
              </a:solidFill>
              <a:latin typeface="Arial"/>
            </a:endParaRPr>
          </a:p>
          <a:p>
            <a:pPr marL="343080" indent="-343080">
              <a:lnSpc>
                <a:spcPct val="100000"/>
              </a:lnSpc>
              <a:buClr>
                <a:srgbClr val="000000"/>
              </a:buClr>
              <a:buFont typeface="Arial"/>
              <a:buChar char="•"/>
            </a:pPr>
            <a:r>
              <a:rPr b="0" lang="en-US" sz="2400" spc="-1" strike="noStrike">
                <a:solidFill>
                  <a:srgbClr val="242424"/>
                </a:solidFill>
                <a:latin typeface="Times New Roman"/>
                <a:ea typeface="Times New Roman"/>
              </a:rPr>
              <a:t>It encapsulates the initialization logic for creating orders and delegates the task of persisting orders to an </a:t>
            </a:r>
            <a:r>
              <a:rPr b="1" lang="en-US" sz="2400" spc="-1" strike="noStrike">
                <a:solidFill>
                  <a:srgbClr val="242424"/>
                </a:solidFill>
                <a:latin typeface="Times New Roman"/>
                <a:ea typeface="Times New Roman"/>
              </a:rPr>
              <a:t>OrderRepository </a:t>
            </a:r>
            <a:r>
              <a:rPr b="0" lang="en-US" sz="2400" spc="-1" strike="noStrike">
                <a:solidFill>
                  <a:srgbClr val="242424"/>
                </a:solidFill>
                <a:latin typeface="Times New Roman"/>
                <a:ea typeface="Times New Roman"/>
              </a:rPr>
              <a:t>class. </a:t>
            </a:r>
            <a:endParaRPr b="0" lang="en-US" sz="2400" spc="-1" strike="noStrike">
              <a:solidFill>
                <a:srgbClr val="000000"/>
              </a:solidFill>
              <a:latin typeface="Arial"/>
            </a:endParaRPr>
          </a:p>
          <a:p>
            <a:pPr marL="343080" indent="-343080">
              <a:lnSpc>
                <a:spcPct val="100000"/>
              </a:lnSpc>
              <a:buClr>
                <a:srgbClr val="000000"/>
              </a:buClr>
              <a:buFont typeface="Arial"/>
              <a:buChar char="•"/>
            </a:pPr>
            <a:r>
              <a:rPr b="0" lang="en-US" sz="2400" spc="-1" strike="noStrike">
                <a:solidFill>
                  <a:srgbClr val="242424"/>
                </a:solidFill>
                <a:latin typeface="Times New Roman"/>
                <a:ea typeface="Times New Roman"/>
              </a:rPr>
              <a:t>By centralizing object creation logic within the </a:t>
            </a:r>
            <a:r>
              <a:rPr b="1" lang="en-US" sz="2400" spc="-1" strike="noStrike">
                <a:solidFill>
                  <a:srgbClr val="242424"/>
                </a:solidFill>
                <a:latin typeface="Times New Roman"/>
                <a:ea typeface="Times New Roman"/>
              </a:rPr>
              <a:t>OrderService </a:t>
            </a:r>
            <a:r>
              <a:rPr b="0" lang="en-US" sz="2400" spc="-1" strike="noStrike">
                <a:solidFill>
                  <a:srgbClr val="242424"/>
                </a:solidFill>
                <a:latin typeface="Times New Roman"/>
                <a:ea typeface="Times New Roman"/>
              </a:rPr>
              <a:t>class, we promote encapsulation and loose coupling in the system.</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sp>
        <p:nvSpPr>
          <p:cNvPr id="218" name="PlaceHolder 2"/>
          <p:cNvSpPr>
            <a:spLocks noGrp="1"/>
          </p:cNvSpPr>
          <p:nvPr>
            <p:ph/>
          </p:nvPr>
        </p:nvSpPr>
        <p:spPr>
          <a:xfrm>
            <a:off x="-155520" y="1086840"/>
            <a:ext cx="9142920" cy="574092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cxnSp>
        <p:nvCxnSpPr>
          <p:cNvPr id="219" name="Google Shape;327;p11"/>
          <p:cNvCxnSpPr/>
          <p:nvPr/>
        </p:nvCxnSpPr>
        <p:spPr>
          <a:xfrm>
            <a:off x="5760" y="1252440"/>
            <a:ext cx="6226200" cy="1080"/>
          </a:xfrm>
          <a:prstGeom prst="straightConnector1">
            <a:avLst/>
          </a:prstGeom>
          <a:ln w="38100">
            <a:solidFill>
              <a:srgbClr val="c55a11"/>
            </a:solidFill>
            <a:miter/>
          </a:ln>
        </p:spPr>
      </p:cxnSp>
      <p:sp>
        <p:nvSpPr>
          <p:cNvPr id="220" name="Google Shape;328;p11"/>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Monopoly game</a:t>
            </a:r>
            <a:endParaRPr b="0" lang="en-US" sz="2800" spc="-1" strike="noStrike">
              <a:solidFill>
                <a:srgbClr val="000000"/>
              </a:solidFill>
              <a:latin typeface="Arial"/>
            </a:endParaRPr>
          </a:p>
        </p:txBody>
      </p:sp>
      <p:sp>
        <p:nvSpPr>
          <p:cNvPr id="221" name="Google Shape;329;p11"/>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a:t>
            </a:r>
            <a:endParaRPr b="0" lang="en-US" sz="2400" spc="-1" strike="noStrike">
              <a:solidFill>
                <a:srgbClr val="000000"/>
              </a:solidFill>
              <a:latin typeface="Arial"/>
            </a:endParaRPr>
          </a:p>
        </p:txBody>
      </p:sp>
      <p:pic>
        <p:nvPicPr>
          <p:cNvPr id="222" name="Google Shape;330;p11" descr=""/>
          <p:cNvPicPr/>
          <p:nvPr/>
        </p:nvPicPr>
        <p:blipFill>
          <a:blip r:embed="rId1"/>
          <a:stretch/>
        </p:blipFill>
        <p:spPr>
          <a:xfrm>
            <a:off x="2015640" y="1762920"/>
            <a:ext cx="4800600" cy="4619160"/>
          </a:xfrm>
          <a:prstGeom prst="rect">
            <a:avLst/>
          </a:prstGeom>
          <a:ln w="0">
            <a:noFill/>
          </a:ln>
        </p:spPr>
      </p:pic>
      <p:pic>
        <p:nvPicPr>
          <p:cNvPr id="223" name="Google Shape;331;p11" descr=""/>
          <p:cNvPicPr/>
          <p:nvPr/>
        </p:nvPicPr>
        <p:blipFill>
          <a:blip r:embed="rId2"/>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225" name="Google Shape;338;p15"/>
          <p:cNvCxnSpPr/>
          <p:nvPr/>
        </p:nvCxnSpPr>
        <p:spPr>
          <a:xfrm>
            <a:off x="5760" y="1252440"/>
            <a:ext cx="6226200" cy="1080"/>
          </a:xfrm>
          <a:prstGeom prst="straightConnector1">
            <a:avLst/>
          </a:prstGeom>
          <a:ln w="38100">
            <a:solidFill>
              <a:srgbClr val="c55a11"/>
            </a:solidFill>
            <a:miter/>
          </a:ln>
        </p:spPr>
      </p:cxnSp>
      <p:sp>
        <p:nvSpPr>
          <p:cNvPr id="226" name="Google Shape;339;p15"/>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Creator – Monopoly example</a:t>
            </a:r>
            <a:endParaRPr b="0" lang="en-US" sz="2800" spc="-1" strike="noStrike">
              <a:solidFill>
                <a:srgbClr val="000000"/>
              </a:solidFill>
              <a:latin typeface="Arial"/>
            </a:endParaRPr>
          </a:p>
        </p:txBody>
      </p:sp>
      <p:sp>
        <p:nvSpPr>
          <p:cNvPr id="227" name="Google Shape;340;p15"/>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a:t>
            </a:r>
            <a:endParaRPr b="0" lang="en-US" sz="2400" spc="-1" strike="noStrike">
              <a:solidFill>
                <a:srgbClr val="000000"/>
              </a:solidFill>
              <a:latin typeface="Arial"/>
            </a:endParaRPr>
          </a:p>
        </p:txBody>
      </p:sp>
      <p:sp>
        <p:nvSpPr>
          <p:cNvPr id="228" name="Google Shape;341;p15"/>
          <p:cNvSpPr/>
          <p:nvPr/>
        </p:nvSpPr>
        <p:spPr>
          <a:xfrm>
            <a:off x="0" y="1190160"/>
            <a:ext cx="4580640" cy="638280"/>
          </a:xfrm>
          <a:prstGeom prst="rect">
            <a:avLst/>
          </a:prstGeom>
          <a:noFill/>
          <a:ln w="0">
            <a:noFill/>
          </a:ln>
        </p:spPr>
        <p:style>
          <a:lnRef idx="0"/>
          <a:fillRef idx="0"/>
          <a:effectRef idx="0"/>
          <a:fontRef idx="minor"/>
        </p:style>
        <p:txBody>
          <a:bodyPr lIns="90000" rIns="90000" tIns="45000" bIns="45000" anchor="t">
            <a:spAutoFit/>
          </a:bodyPr>
          <a:p>
            <a:pPr algn="just">
              <a:lnSpc>
                <a:spcPct val="150000"/>
              </a:lnSpc>
              <a:tabLst>
                <a:tab algn="l" pos="0"/>
              </a:tabLst>
            </a:pPr>
            <a:r>
              <a:rPr b="0" lang="en-US" sz="2400" spc="-1" strike="noStrike">
                <a:solidFill>
                  <a:schemeClr val="dk1"/>
                </a:solidFill>
                <a:latin typeface="Calibri"/>
                <a:ea typeface="Calibri"/>
              </a:rPr>
              <a:t>   </a:t>
            </a:r>
            <a:endParaRPr b="0" lang="en-US" sz="2400" spc="-1" strike="noStrike">
              <a:solidFill>
                <a:srgbClr val="000000"/>
              </a:solidFill>
              <a:latin typeface="Arial"/>
            </a:endParaRPr>
          </a:p>
        </p:txBody>
      </p:sp>
      <p:pic>
        <p:nvPicPr>
          <p:cNvPr id="229" name="Google Shape;342;p15" descr=""/>
          <p:cNvPicPr/>
          <p:nvPr/>
        </p:nvPicPr>
        <p:blipFill>
          <a:blip r:embed="rId1"/>
          <a:stretch/>
        </p:blipFill>
        <p:spPr>
          <a:xfrm>
            <a:off x="4751640" y="1537200"/>
            <a:ext cx="4288680" cy="4411080"/>
          </a:xfrm>
          <a:prstGeom prst="rect">
            <a:avLst/>
          </a:prstGeom>
          <a:ln w="0">
            <a:noFill/>
          </a:ln>
        </p:spPr>
      </p:pic>
      <p:pic>
        <p:nvPicPr>
          <p:cNvPr id="230" name="Google Shape;343;p15" descr=""/>
          <p:cNvPicPr/>
          <p:nvPr/>
        </p:nvPicPr>
        <p:blipFill>
          <a:blip r:embed="rId2"/>
          <a:stretch/>
        </p:blipFill>
        <p:spPr>
          <a:xfrm>
            <a:off x="102600" y="2509560"/>
            <a:ext cx="4514400" cy="2810160"/>
          </a:xfrm>
          <a:prstGeom prst="rect">
            <a:avLst/>
          </a:prstGeom>
          <a:ln w="0">
            <a:noFill/>
          </a:ln>
        </p:spPr>
      </p:pic>
      <p:pic>
        <p:nvPicPr>
          <p:cNvPr id="231" name="Google Shape;344;p15" descr=""/>
          <p:cNvPicPr/>
          <p:nvPr/>
        </p:nvPicPr>
        <p:blipFill>
          <a:blip r:embed="rId3"/>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233" name="Google Shape;351;p41"/>
          <p:cNvCxnSpPr/>
          <p:nvPr/>
        </p:nvCxnSpPr>
        <p:spPr>
          <a:xfrm>
            <a:off x="5760" y="1252440"/>
            <a:ext cx="6226200" cy="1080"/>
          </a:xfrm>
          <a:prstGeom prst="straightConnector1">
            <a:avLst/>
          </a:prstGeom>
          <a:ln w="38100">
            <a:solidFill>
              <a:srgbClr val="c55a11"/>
            </a:solidFill>
            <a:miter/>
          </a:ln>
        </p:spPr>
      </p:cxnSp>
      <p:sp>
        <p:nvSpPr>
          <p:cNvPr id="234" name="Google Shape;352;p41"/>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Creator</a:t>
            </a:r>
            <a:endParaRPr b="0" lang="en-US" sz="2800" spc="-1" strike="noStrike">
              <a:solidFill>
                <a:srgbClr val="000000"/>
              </a:solidFill>
              <a:latin typeface="Arial"/>
            </a:endParaRPr>
          </a:p>
        </p:txBody>
      </p:sp>
      <p:sp>
        <p:nvSpPr>
          <p:cNvPr id="235" name="Google Shape;353;p41"/>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a:t>
            </a:r>
            <a:endParaRPr b="0" lang="en-US" sz="2400" spc="-1" strike="noStrike">
              <a:solidFill>
                <a:srgbClr val="000000"/>
              </a:solidFill>
              <a:latin typeface="Arial"/>
            </a:endParaRPr>
          </a:p>
        </p:txBody>
      </p:sp>
      <p:pic>
        <p:nvPicPr>
          <p:cNvPr id="236" name="Google Shape;354;p41" descr=""/>
          <p:cNvPicPr/>
          <p:nvPr/>
        </p:nvPicPr>
        <p:blipFill>
          <a:blip r:embed="rId1"/>
          <a:stretch/>
        </p:blipFill>
        <p:spPr>
          <a:xfrm>
            <a:off x="8382240" y="0"/>
            <a:ext cx="754560" cy="1287360"/>
          </a:xfrm>
          <a:prstGeom prst="rect">
            <a:avLst/>
          </a:prstGeom>
          <a:ln w="0">
            <a:noFill/>
          </a:ln>
        </p:spPr>
      </p:pic>
      <p:sp>
        <p:nvSpPr>
          <p:cNvPr id="237" name="Google Shape;355;p41"/>
          <p:cNvSpPr/>
          <p:nvPr/>
        </p:nvSpPr>
        <p:spPr>
          <a:xfrm>
            <a:off x="403920" y="4135320"/>
            <a:ext cx="8335080" cy="2375640"/>
          </a:xfrm>
          <a:prstGeom prst="rect">
            <a:avLst/>
          </a:prstGeom>
          <a:noFill/>
          <a:ln w="0">
            <a:noFill/>
          </a:ln>
        </p:spPr>
        <p:style>
          <a:lnRef idx="0"/>
          <a:fillRef idx="0"/>
          <a:effectRef idx="0"/>
          <a:fontRef idx="minor"/>
        </p:style>
        <p:txBody>
          <a:bodyPr lIns="90000" rIns="90000" tIns="45000" bIns="45000" anchor="t">
            <a:spAutoFit/>
          </a:bodyPr>
          <a:p>
            <a:pPr marL="216000" indent="-216000" algn="just">
              <a:lnSpc>
                <a:spcPct val="150000"/>
              </a:lnSpc>
              <a:buClr>
                <a:srgbClr val="000000"/>
              </a:buClr>
              <a:buFont typeface="Arial"/>
              <a:buChar char="•"/>
            </a:pPr>
            <a:r>
              <a:rPr b="0" lang="en-US" sz="2000" spc="-1" strike="noStrike">
                <a:solidFill>
                  <a:schemeClr val="dk1"/>
                </a:solidFill>
                <a:latin typeface="Times New Roman"/>
                <a:ea typeface="Times New Roman"/>
              </a:rPr>
              <a:t> </a:t>
            </a:r>
            <a:r>
              <a:rPr b="0" lang="en-US" sz="2000" spc="-1" strike="noStrike">
                <a:solidFill>
                  <a:schemeClr val="dk1"/>
                </a:solidFill>
                <a:latin typeface="Times New Roman"/>
                <a:ea typeface="Times New Roman"/>
              </a:rPr>
              <a:t>Start with domain model.</a:t>
            </a:r>
            <a:endParaRPr b="0" lang="en-US" sz="2000" spc="-1" strike="noStrike">
              <a:solidFill>
                <a:srgbClr val="000000"/>
              </a:solidFill>
              <a:latin typeface="Arial"/>
            </a:endParaRPr>
          </a:p>
          <a:p>
            <a:pPr marL="216000" indent="-216000" algn="just">
              <a:lnSpc>
                <a:spcPct val="150000"/>
              </a:lnSpc>
              <a:buClr>
                <a:srgbClr val="000000"/>
              </a:buClr>
              <a:buFont typeface="Arial"/>
              <a:buChar char="•"/>
            </a:pPr>
            <a:r>
              <a:rPr b="0" lang="en-US" sz="2000" spc="-1" strike="noStrike">
                <a:solidFill>
                  <a:srgbClr val="000000"/>
                </a:solidFill>
                <a:latin typeface="Times New Roman"/>
                <a:ea typeface="Times New Roman"/>
              </a:rPr>
              <a:t> </a:t>
            </a:r>
            <a:r>
              <a:rPr b="0" lang="en-US" sz="2000" spc="-1" strike="noStrike">
                <a:solidFill>
                  <a:srgbClr val="000000"/>
                </a:solidFill>
                <a:latin typeface="Times New Roman"/>
                <a:ea typeface="Times New Roman"/>
              </a:rPr>
              <a:t>Since a Sale contains SalesLineItem objects, it should be responsible according to the Creator pattern</a:t>
            </a:r>
            <a:endParaRPr b="0" lang="en-US" sz="2000" spc="-1" strike="noStrike">
              <a:solidFill>
                <a:srgbClr val="000000"/>
              </a:solidFill>
              <a:latin typeface="Arial"/>
            </a:endParaRPr>
          </a:p>
          <a:p>
            <a:pPr lvl="1" marL="432000" indent="-216000" algn="just">
              <a:lnSpc>
                <a:spcPct val="150000"/>
              </a:lnSpc>
              <a:buClr>
                <a:srgbClr val="000000"/>
              </a:buClr>
              <a:buFont typeface="Arial"/>
              <a:buChar char="•"/>
            </a:pPr>
            <a:r>
              <a:rPr b="0" lang="en-US" sz="2000" spc="-1" strike="noStrike">
                <a:solidFill>
                  <a:srgbClr val="000000"/>
                </a:solidFill>
                <a:latin typeface="Times New Roman"/>
                <a:ea typeface="Times New Roman"/>
              </a:rPr>
              <a:t>Note: There is a related design pattern called </a:t>
            </a:r>
            <a:r>
              <a:rPr b="1" lang="en-US" sz="2000" spc="-1" strike="noStrike">
                <a:solidFill>
                  <a:srgbClr val="000000"/>
                </a:solidFill>
                <a:latin typeface="Times New Roman"/>
                <a:ea typeface="Times New Roman"/>
              </a:rPr>
              <a:t>Factory pattern </a:t>
            </a:r>
            <a:r>
              <a:rPr b="0" lang="en-US" sz="2000" spc="-1" strike="noStrike">
                <a:solidFill>
                  <a:srgbClr val="000000"/>
                </a:solidFill>
                <a:latin typeface="Times New Roman"/>
                <a:ea typeface="Times New Roman"/>
              </a:rPr>
              <a:t>for more complex creation situations</a:t>
            </a:r>
            <a:endParaRPr b="0" lang="en-US" sz="2000" spc="-1" strike="noStrike">
              <a:solidFill>
                <a:srgbClr val="000000"/>
              </a:solidFill>
              <a:latin typeface="Arial"/>
            </a:endParaRPr>
          </a:p>
        </p:txBody>
      </p:sp>
      <p:pic>
        <p:nvPicPr>
          <p:cNvPr id="238" name="Google Shape;356;p41" descr=""/>
          <p:cNvPicPr/>
          <p:nvPr/>
        </p:nvPicPr>
        <p:blipFill>
          <a:blip r:embed="rId2"/>
          <a:stretch/>
        </p:blipFill>
        <p:spPr>
          <a:xfrm>
            <a:off x="403920" y="1546200"/>
            <a:ext cx="7579800" cy="229428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240" name="Google Shape;363;p16"/>
          <p:cNvCxnSpPr/>
          <p:nvPr/>
        </p:nvCxnSpPr>
        <p:spPr>
          <a:xfrm>
            <a:off x="5760" y="1252440"/>
            <a:ext cx="6226200" cy="1080"/>
          </a:xfrm>
          <a:prstGeom prst="straightConnector1">
            <a:avLst/>
          </a:prstGeom>
          <a:ln w="38100">
            <a:solidFill>
              <a:srgbClr val="c55a11"/>
            </a:solidFill>
            <a:miter/>
          </a:ln>
        </p:spPr>
      </p:cxnSp>
      <p:sp>
        <p:nvSpPr>
          <p:cNvPr id="241" name="Google Shape;364;p16"/>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Information Expert</a:t>
            </a:r>
            <a:endParaRPr b="0" lang="en-US" sz="2800" spc="-1" strike="noStrike">
              <a:solidFill>
                <a:srgbClr val="000000"/>
              </a:solidFill>
              <a:latin typeface="Arial"/>
            </a:endParaRPr>
          </a:p>
        </p:txBody>
      </p:sp>
      <p:sp>
        <p:nvSpPr>
          <p:cNvPr id="242" name="Google Shape;365;p16"/>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a:t>
            </a:r>
            <a:endParaRPr b="0" lang="en-US" sz="2400" spc="-1" strike="noStrike">
              <a:solidFill>
                <a:srgbClr val="000000"/>
              </a:solidFill>
              <a:latin typeface="Arial"/>
            </a:endParaRPr>
          </a:p>
        </p:txBody>
      </p:sp>
      <p:sp>
        <p:nvSpPr>
          <p:cNvPr id="243" name="Google Shape;366;p16"/>
          <p:cNvSpPr/>
          <p:nvPr/>
        </p:nvSpPr>
        <p:spPr>
          <a:xfrm>
            <a:off x="82800" y="2057400"/>
            <a:ext cx="8977680" cy="3833640"/>
          </a:xfrm>
          <a:prstGeom prst="rect">
            <a:avLst/>
          </a:prstGeom>
          <a:noFill/>
          <a:ln w="0">
            <a:noFill/>
          </a:ln>
        </p:spPr>
        <p:style>
          <a:lnRef idx="0"/>
          <a:fillRef idx="0"/>
          <a:effectRef idx="0"/>
          <a:fontRef idx="minor"/>
        </p:style>
        <p:txBody>
          <a:bodyPr lIns="90000" rIns="90000" tIns="45000" bIns="45000" anchor="t">
            <a:spAutoFit/>
          </a:bodyPr>
          <a:p>
            <a:pPr algn="just">
              <a:lnSpc>
                <a:spcPct val="150000"/>
              </a:lnSpc>
            </a:pPr>
            <a:r>
              <a:rPr b="0" lang="en-US" sz="1800" spc="-1" strike="noStrike">
                <a:solidFill>
                  <a:srgbClr val="000000"/>
                </a:solidFill>
                <a:latin typeface="Calibri"/>
                <a:ea typeface="Calibri"/>
              </a:rPr>
              <a:t>Problem: What is a basic principle by which to assign responsibilities to objects?</a:t>
            </a:r>
            <a:endParaRPr b="0" lang="en-US" sz="1800" spc="-1" strike="noStrike">
              <a:solidFill>
                <a:srgbClr val="000000"/>
              </a:solidFill>
              <a:latin typeface="Arial"/>
            </a:endParaRPr>
          </a:p>
          <a:p>
            <a:pPr algn="just">
              <a:lnSpc>
                <a:spcPct val="150000"/>
              </a:lnSpc>
            </a:pPr>
            <a:r>
              <a:rPr b="0" lang="en-US" sz="1800" spc="-1" strike="noStrike">
                <a:solidFill>
                  <a:srgbClr val="000000"/>
                </a:solidFill>
                <a:latin typeface="Calibri"/>
                <a:ea typeface="Calibri"/>
              </a:rPr>
              <a:t>Solution: Assign a responsibility to the class that has the information needed to fulfill it. </a:t>
            </a:r>
            <a:endParaRPr b="0" lang="en-US" sz="1800" spc="-1" strike="noStrike">
              <a:solidFill>
                <a:srgbClr val="000000"/>
              </a:solidFill>
              <a:latin typeface="Arial"/>
            </a:endParaRPr>
          </a:p>
          <a:p>
            <a:pPr algn="just">
              <a:lnSpc>
                <a:spcPct val="150000"/>
              </a:lnSpc>
            </a:pPr>
            <a:endParaRPr b="0" lang="en-US" sz="1800" spc="-1" strike="noStrike">
              <a:solidFill>
                <a:srgbClr val="000000"/>
              </a:solidFill>
              <a:latin typeface="Arial"/>
            </a:endParaRPr>
          </a:p>
          <a:p>
            <a:pPr algn="just">
              <a:lnSpc>
                <a:spcPct val="150000"/>
              </a:lnSpc>
            </a:pPr>
            <a:r>
              <a:rPr b="0" lang="en-US" sz="1800" spc="-1" strike="noStrike">
                <a:solidFill>
                  <a:srgbClr val="000000"/>
                </a:solidFill>
                <a:latin typeface="Calibri"/>
                <a:ea typeface="Calibri"/>
              </a:rPr>
              <a:t>“</a:t>
            </a:r>
            <a:r>
              <a:rPr b="1" lang="en-US" sz="1800" spc="-1" strike="noStrike">
                <a:solidFill>
                  <a:srgbClr val="000000"/>
                </a:solidFill>
                <a:latin typeface="Calibri"/>
                <a:ea typeface="Calibri"/>
              </a:rPr>
              <a:t>objects do things related to the information they have</a:t>
            </a:r>
            <a:r>
              <a:rPr b="0" lang="en-US" sz="1800" spc="-1" strike="noStrike">
                <a:solidFill>
                  <a:srgbClr val="000000"/>
                </a:solidFill>
                <a:latin typeface="Calibri"/>
                <a:ea typeface="Calibri"/>
              </a:rPr>
              <a:t>”</a:t>
            </a:r>
            <a:endParaRPr b="0" lang="en-US" sz="1800" spc="-1" strike="noStrike">
              <a:solidFill>
                <a:srgbClr val="000000"/>
              </a:solidFill>
              <a:latin typeface="Arial"/>
            </a:endParaRPr>
          </a:p>
          <a:p>
            <a:pPr algn="just">
              <a:lnSpc>
                <a:spcPct val="15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Information necessary may be spread across several classes =&gt; </a:t>
            </a:r>
            <a:r>
              <a:rPr b="1" lang="en-US" sz="1800" spc="-1" strike="noStrike">
                <a:solidFill>
                  <a:srgbClr val="000000"/>
                </a:solidFill>
                <a:latin typeface="Calibri"/>
                <a:ea typeface="Calibri"/>
              </a:rPr>
              <a:t>objects interact via messages</a:t>
            </a:r>
            <a:endParaRPr b="0" lang="en-US" sz="1800" spc="-1" strike="noStrike">
              <a:solidFill>
                <a:srgbClr val="000000"/>
              </a:solidFill>
              <a:latin typeface="Arial"/>
            </a:endParaRPr>
          </a:p>
          <a:p>
            <a:pPr marL="216000" indent="-216000" algn="just">
              <a:lnSpc>
                <a:spcPct val="150000"/>
              </a:lnSpc>
              <a:buClr>
                <a:srgbClr val="000000"/>
              </a:buClr>
              <a:buFont typeface="Arial"/>
              <a:buChar char="•"/>
            </a:pPr>
            <a:endParaRPr b="0" lang="en-US" sz="1800" spc="-1" strike="noStrike">
              <a:solidFill>
                <a:srgbClr val="000000"/>
              </a:solidFill>
              <a:latin typeface="Arial"/>
            </a:endParaRPr>
          </a:p>
          <a:p>
            <a:pPr algn="just">
              <a:lnSpc>
                <a:spcPct val="150000"/>
              </a:lnSpc>
              <a:tabLst>
                <a:tab algn="l" pos="0"/>
              </a:tabLst>
            </a:pPr>
            <a:endParaRPr b="0" lang="en-US" sz="1800" spc="-1" strike="noStrike">
              <a:solidFill>
                <a:srgbClr val="000000"/>
              </a:solidFill>
              <a:latin typeface="Arial"/>
            </a:endParaRPr>
          </a:p>
          <a:p>
            <a:pPr marL="435240" indent="-216000" algn="just">
              <a:lnSpc>
                <a:spcPct val="150000"/>
              </a:lnSpc>
              <a:spcBef>
                <a:spcPts val="320"/>
              </a:spcBef>
              <a:tabLst>
                <a:tab algn="l" pos="0"/>
              </a:tabLst>
            </a:pPr>
            <a:endParaRPr b="0" lang="en-US" sz="1800" spc="-1" strike="noStrike">
              <a:solidFill>
                <a:srgbClr val="000000"/>
              </a:solidFill>
              <a:latin typeface="Arial"/>
            </a:endParaRPr>
          </a:p>
          <a:p>
            <a:pPr marL="435240" algn="just">
              <a:lnSpc>
                <a:spcPct val="150000"/>
              </a:lnSpc>
              <a:tabLst>
                <a:tab algn="l" pos="0"/>
              </a:tabLst>
            </a:pPr>
            <a:endParaRPr b="0" lang="en-US" sz="1800" spc="-1" strike="noStrike">
              <a:solidFill>
                <a:srgbClr val="000000"/>
              </a:solidFill>
              <a:latin typeface="Arial"/>
            </a:endParaRPr>
          </a:p>
        </p:txBody>
      </p:sp>
      <p:pic>
        <p:nvPicPr>
          <p:cNvPr id="244" name="Google Shape;367;p16" descr=""/>
          <p:cNvPicPr/>
          <p:nvPr/>
        </p:nvPicPr>
        <p:blipFill>
          <a:blip r:embed="rId1"/>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246" name="Google Shape;374;p65"/>
          <p:cNvCxnSpPr/>
          <p:nvPr/>
        </p:nvCxnSpPr>
        <p:spPr>
          <a:xfrm>
            <a:off x="5760" y="1252440"/>
            <a:ext cx="6226200" cy="1080"/>
          </a:xfrm>
          <a:prstGeom prst="straightConnector1">
            <a:avLst/>
          </a:prstGeom>
          <a:ln w="38100">
            <a:solidFill>
              <a:srgbClr val="c55a11"/>
            </a:solidFill>
            <a:miter/>
          </a:ln>
        </p:spPr>
      </p:cxnSp>
      <p:sp>
        <p:nvSpPr>
          <p:cNvPr id="247" name="Google Shape;375;p65"/>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Information Expert</a:t>
            </a:r>
            <a:endParaRPr b="0" lang="en-US" sz="2800" spc="-1" strike="noStrike">
              <a:solidFill>
                <a:srgbClr val="000000"/>
              </a:solidFill>
              <a:latin typeface="Arial"/>
            </a:endParaRPr>
          </a:p>
        </p:txBody>
      </p:sp>
      <p:sp>
        <p:nvSpPr>
          <p:cNvPr id="248" name="Google Shape;376;p65"/>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a:t>
            </a:r>
            <a:endParaRPr b="0" lang="en-US" sz="2400" spc="-1" strike="noStrike">
              <a:solidFill>
                <a:srgbClr val="000000"/>
              </a:solidFill>
              <a:latin typeface="Arial"/>
            </a:endParaRPr>
          </a:p>
        </p:txBody>
      </p:sp>
      <p:pic>
        <p:nvPicPr>
          <p:cNvPr id="249" name="Google Shape;377;p65" descr=""/>
          <p:cNvPicPr/>
          <p:nvPr/>
        </p:nvPicPr>
        <p:blipFill>
          <a:blip r:embed="rId1"/>
          <a:stretch/>
        </p:blipFill>
        <p:spPr>
          <a:xfrm>
            <a:off x="8382240" y="0"/>
            <a:ext cx="754560" cy="1287360"/>
          </a:xfrm>
          <a:prstGeom prst="rect">
            <a:avLst/>
          </a:prstGeom>
          <a:ln w="0">
            <a:noFill/>
          </a:ln>
        </p:spPr>
      </p:pic>
      <p:sp>
        <p:nvSpPr>
          <p:cNvPr id="250" name="Google Shape;378;p65"/>
          <p:cNvSpPr/>
          <p:nvPr/>
        </p:nvSpPr>
        <p:spPr>
          <a:xfrm>
            <a:off x="225000" y="1588320"/>
            <a:ext cx="8534160" cy="1959120"/>
          </a:xfrm>
          <a:prstGeom prst="rect">
            <a:avLst/>
          </a:prstGeom>
          <a:noFill/>
          <a:ln w="0">
            <a:noFill/>
          </a:ln>
        </p:spPr>
        <p:style>
          <a:lnRef idx="0"/>
          <a:fillRef idx="0"/>
          <a:effectRef idx="0"/>
          <a:fontRef idx="minor"/>
        </p:style>
        <p:txBody>
          <a:bodyPr lIns="90000" rIns="90000" tIns="45000" bIns="45000" anchor="t">
            <a:spAutoFit/>
          </a:bodyPr>
          <a:p>
            <a:pPr marL="435240" indent="-336600" algn="just">
              <a:lnSpc>
                <a:spcPct val="150000"/>
              </a:lnSpc>
              <a:buClr>
                <a:srgbClr val="000000"/>
              </a:buClr>
              <a:buFont typeface="Noto Sans Symbols"/>
              <a:buChar char="▪"/>
            </a:pPr>
            <a:r>
              <a:rPr b="0" lang="en-US" sz="2000" spc="-1" strike="noStrike">
                <a:solidFill>
                  <a:schemeClr val="dk1"/>
                </a:solidFill>
                <a:latin typeface="Calibri"/>
                <a:ea typeface="Calibri"/>
              </a:rPr>
              <a:t>They have all the information needed to  perform operations, or in some cases they  collaborate with others to fulfill their  responsibilities.</a:t>
            </a:r>
            <a:endParaRPr b="0" lang="en-US" sz="2000" spc="-1" strike="noStrike">
              <a:solidFill>
                <a:srgbClr val="000000"/>
              </a:solidFill>
              <a:latin typeface="Arial"/>
            </a:endParaRPr>
          </a:p>
          <a:p>
            <a:pPr marL="435240" indent="-336600" algn="just">
              <a:lnSpc>
                <a:spcPct val="150000"/>
              </a:lnSpc>
              <a:spcBef>
                <a:spcPts val="320"/>
              </a:spcBef>
              <a:buClr>
                <a:srgbClr val="000000"/>
              </a:buClr>
              <a:buFont typeface="Noto Sans Symbols"/>
              <a:buChar char="▪"/>
            </a:pPr>
            <a:r>
              <a:rPr b="1" lang="en-US" sz="2000" spc="-1" strike="noStrike">
                <a:solidFill>
                  <a:srgbClr val="000000"/>
                </a:solidFill>
                <a:latin typeface="Calibri"/>
                <a:ea typeface="Calibri"/>
              </a:rPr>
              <a:t>Example:</a:t>
            </a:r>
            <a:r>
              <a:rPr b="0" lang="en-US" sz="2000" spc="-1" strike="noStrike">
                <a:solidFill>
                  <a:srgbClr val="000000"/>
                </a:solidFill>
                <a:latin typeface="Calibri"/>
                <a:ea typeface="Calibri"/>
              </a:rPr>
              <a:t> (from POS system) Who should be responsible for knowing the grand total of a sale?</a:t>
            </a:r>
            <a:endParaRPr b="0" lang="en-US" sz="2000" spc="-1" strike="noStrike">
              <a:solidFill>
                <a:srgbClr val="000000"/>
              </a:solidFill>
              <a:latin typeface="Arial"/>
            </a:endParaRPr>
          </a:p>
        </p:txBody>
      </p:sp>
      <p:sp>
        <p:nvSpPr>
          <p:cNvPr id="251" name="Google Shape;379;p65"/>
          <p:cNvSpPr/>
          <p:nvPr/>
        </p:nvSpPr>
        <p:spPr>
          <a:xfrm>
            <a:off x="225000" y="3690360"/>
            <a:ext cx="8757720" cy="1156680"/>
          </a:xfrm>
          <a:prstGeom prst="rect">
            <a:avLst/>
          </a:prstGeom>
          <a:noFill/>
          <a:ln w="0">
            <a:noFill/>
          </a:ln>
        </p:spPr>
        <p:style>
          <a:lnRef idx="0"/>
          <a:fillRef idx="0"/>
          <a:effectRef idx="0"/>
          <a:fontRef idx="minor"/>
        </p:style>
        <p:txBody>
          <a:bodyPr lIns="90000" rIns="90000" tIns="45000" bIns="45000" anchor="t">
            <a:spAutoFit/>
          </a:bodyPr>
          <a:p>
            <a:pPr marL="216000" indent="-146160" algn="just">
              <a:lnSpc>
                <a:spcPct val="150000"/>
              </a:lnSpc>
              <a:buClr>
                <a:srgbClr val="000000"/>
              </a:buClr>
              <a:buFont typeface="Arial"/>
              <a:buChar char="•"/>
            </a:pPr>
            <a:r>
              <a:rPr b="0" lang="en-US" sz="2000" spc="-1" strike="noStrike">
                <a:solidFill>
                  <a:srgbClr val="000000"/>
                </a:solidFill>
                <a:latin typeface="Times New Roman"/>
                <a:ea typeface="Times New Roman"/>
              </a:rPr>
              <a:t>     </a:t>
            </a:r>
            <a:r>
              <a:rPr b="0" lang="en-US" sz="2000" spc="-1" strike="noStrike">
                <a:solidFill>
                  <a:srgbClr val="000000"/>
                </a:solidFill>
                <a:latin typeface="Times New Roman"/>
                <a:ea typeface="Times New Roman"/>
              </a:rPr>
              <a:t>Start with domain model and look for associations with Sale</a:t>
            </a:r>
            <a:endParaRPr b="0" lang="en-US" sz="2000" spc="-1" strike="noStrike">
              <a:solidFill>
                <a:srgbClr val="000000"/>
              </a:solidFill>
              <a:latin typeface="Arial"/>
            </a:endParaRPr>
          </a:p>
          <a:p>
            <a:pPr marL="216000" indent="-146160" algn="just">
              <a:lnSpc>
                <a:spcPct val="100000"/>
              </a:lnSpc>
              <a:buClr>
                <a:srgbClr val="000000"/>
              </a:buClr>
              <a:buFont typeface="Arial"/>
              <a:buChar char="•"/>
            </a:pPr>
            <a:r>
              <a:rPr b="0" lang="en-US" sz="2000" spc="-1" strike="noStrike">
                <a:solidFill>
                  <a:srgbClr val="000000"/>
                </a:solidFill>
                <a:latin typeface="Times New Roman"/>
                <a:ea typeface="Times New Roman"/>
              </a:rPr>
              <a:t>     </a:t>
            </a:r>
            <a:r>
              <a:rPr b="0" lang="en-US" sz="2000" spc="-1" strike="noStrike">
                <a:solidFill>
                  <a:srgbClr val="000000"/>
                </a:solidFill>
                <a:latin typeface="Times New Roman"/>
                <a:ea typeface="Times New Roman"/>
              </a:rPr>
              <a:t>What information is necessary to calculate grand total and which objects have the information?   </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253" name="Google Shape;386;p19"/>
          <p:cNvCxnSpPr/>
          <p:nvPr/>
        </p:nvCxnSpPr>
        <p:spPr>
          <a:xfrm>
            <a:off x="5760" y="1252440"/>
            <a:ext cx="6226200" cy="1080"/>
          </a:xfrm>
          <a:prstGeom prst="straightConnector1">
            <a:avLst/>
          </a:prstGeom>
          <a:ln w="38100">
            <a:solidFill>
              <a:srgbClr val="c55a11"/>
            </a:solidFill>
            <a:miter/>
          </a:ln>
        </p:spPr>
      </p:cxnSp>
      <p:sp>
        <p:nvSpPr>
          <p:cNvPr id="254" name="Google Shape;387;p19"/>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Information Expert - Summary </a:t>
            </a:r>
            <a:endParaRPr b="0" lang="en-US" sz="2800" spc="-1" strike="noStrike">
              <a:solidFill>
                <a:srgbClr val="000000"/>
              </a:solidFill>
              <a:latin typeface="Arial"/>
            </a:endParaRPr>
          </a:p>
        </p:txBody>
      </p:sp>
      <p:sp>
        <p:nvSpPr>
          <p:cNvPr id="255" name="Google Shape;388;p19"/>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a:t>
            </a:r>
            <a:endParaRPr b="0" lang="en-US" sz="2400" spc="-1" strike="noStrike">
              <a:solidFill>
                <a:srgbClr val="000000"/>
              </a:solidFill>
              <a:latin typeface="Arial"/>
            </a:endParaRPr>
          </a:p>
        </p:txBody>
      </p:sp>
      <p:graphicFrame>
        <p:nvGraphicFramePr>
          <p:cNvPr id="256" name="Google Shape;389;p19"/>
          <p:cNvGraphicFramePr/>
          <p:nvPr/>
        </p:nvGraphicFramePr>
        <p:xfrm>
          <a:off x="1068120" y="2203920"/>
          <a:ext cx="7390800" cy="2361600"/>
        </p:xfrm>
        <a:graphic>
          <a:graphicData uri="http://schemas.openxmlformats.org/drawingml/2006/table">
            <a:tbl>
              <a:tblPr/>
              <a:tblGrid>
                <a:gridCol w="3581280"/>
                <a:gridCol w="3809880"/>
              </a:tblGrid>
              <a:tr h="590400">
                <a:tc>
                  <a:txBody>
                    <a:bodyPr anchor="t">
                      <a:noAutofit/>
                    </a:bodyPr>
                    <a:p>
                      <a:pPr algn="ctr">
                        <a:lnSpc>
                          <a:spcPct val="100000"/>
                        </a:lnSpc>
                        <a:tabLst>
                          <a:tab algn="l" pos="0"/>
                        </a:tabLst>
                      </a:pPr>
                      <a:r>
                        <a:rPr b="1" lang="en-US" sz="2800" spc="-1" strike="noStrike">
                          <a:solidFill>
                            <a:schemeClr val="dk1"/>
                          </a:solidFill>
                          <a:latin typeface="Calibri"/>
                          <a:ea typeface="Calibri"/>
                        </a:rPr>
                        <a:t>Design Class</a:t>
                      </a:r>
                      <a:endParaRPr b="0" lang="en-US" sz="2800" spc="-1" strike="noStrike">
                        <a:solidFill>
                          <a:srgbClr val="000000"/>
                        </a:solidFill>
                        <a:latin typeface="Arial"/>
                      </a:endParaRPr>
                    </a:p>
                  </a:txBody>
                  <a:tcPr anchor="t" marL="91440" marR="91440">
                    <a:lnL w="28080">
                      <a:solidFill>
                        <a:srgbClr val="000000"/>
                      </a:solidFill>
                      <a:prstDash val="solid"/>
                    </a:lnL>
                    <a:lnR w="12240">
                      <a:solidFill>
                        <a:srgbClr val="000000"/>
                      </a:solidFill>
                      <a:prstDash val="solid"/>
                    </a:lnR>
                    <a:lnT w="28080">
                      <a:solidFill>
                        <a:srgbClr val="000000"/>
                      </a:solidFill>
                      <a:prstDash val="solid"/>
                    </a:lnT>
                    <a:lnB w="12240">
                      <a:solidFill>
                        <a:srgbClr val="000000"/>
                      </a:solidFill>
                      <a:prstDash val="solid"/>
                    </a:lnB>
                    <a:solidFill>
                      <a:srgbClr val="d1d3cb"/>
                    </a:solidFill>
                  </a:tcPr>
                </a:tc>
                <a:tc>
                  <a:txBody>
                    <a:bodyPr anchor="t">
                      <a:noAutofit/>
                    </a:bodyPr>
                    <a:p>
                      <a:pPr algn="ctr">
                        <a:lnSpc>
                          <a:spcPct val="100000"/>
                        </a:lnSpc>
                        <a:tabLst>
                          <a:tab algn="l" pos="0"/>
                        </a:tabLst>
                      </a:pPr>
                      <a:r>
                        <a:rPr b="1" lang="en-US" sz="2800" spc="-1" strike="noStrike">
                          <a:solidFill>
                            <a:schemeClr val="dk1"/>
                          </a:solidFill>
                          <a:latin typeface="Calibri"/>
                          <a:ea typeface="Calibri"/>
                        </a:rPr>
                        <a:t>Responsibility</a:t>
                      </a:r>
                      <a:endParaRPr b="0" lang="en-US" sz="2800" spc="-1" strike="noStrike">
                        <a:solidFill>
                          <a:srgbClr val="000000"/>
                        </a:solidFill>
                        <a:latin typeface="Arial"/>
                      </a:endParaRPr>
                    </a:p>
                  </a:txBody>
                  <a:tcPr anchor="t" marL="91440" marR="91440">
                    <a:lnL w="12240">
                      <a:solidFill>
                        <a:srgbClr val="000000"/>
                      </a:solidFill>
                      <a:prstDash val="solid"/>
                    </a:lnL>
                    <a:lnR w="28080">
                      <a:solidFill>
                        <a:srgbClr val="000000"/>
                      </a:solidFill>
                      <a:prstDash val="solid"/>
                    </a:lnR>
                    <a:lnT w="28080">
                      <a:solidFill>
                        <a:srgbClr val="000000"/>
                      </a:solidFill>
                      <a:prstDash val="solid"/>
                    </a:lnT>
                    <a:lnB w="12240">
                      <a:solidFill>
                        <a:srgbClr val="000000"/>
                      </a:solidFill>
                      <a:prstDash val="solid"/>
                    </a:lnB>
                    <a:solidFill>
                      <a:srgbClr val="d1d3cb"/>
                    </a:solidFill>
                  </a:tcPr>
                </a:tc>
              </a:tr>
              <a:tr h="590400">
                <a:tc>
                  <a:txBody>
                    <a:bodyPr anchor="t">
                      <a:noAutofit/>
                    </a:bodyPr>
                    <a:p>
                      <a:pPr>
                        <a:lnSpc>
                          <a:spcPct val="100000"/>
                        </a:lnSpc>
                        <a:tabLst>
                          <a:tab algn="l" pos="0"/>
                        </a:tabLst>
                      </a:pPr>
                      <a:r>
                        <a:rPr b="0" lang="en-US" sz="2400" spc="-1" strike="noStrike">
                          <a:solidFill>
                            <a:schemeClr val="dk1"/>
                          </a:solidFill>
                          <a:latin typeface="Calibri"/>
                          <a:ea typeface="Calibri"/>
                        </a:rPr>
                        <a:t>Sale</a:t>
                      </a:r>
                      <a:endParaRPr b="0" lang="en-US" sz="2400" spc="-1" strike="noStrike">
                        <a:solidFill>
                          <a:srgbClr val="000000"/>
                        </a:solidFill>
                        <a:latin typeface="Arial"/>
                      </a:endParaRPr>
                    </a:p>
                  </a:txBody>
                  <a:tcPr anchor="t" marL="91440" marR="91440">
                    <a:lnL w="2808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nSpc>
                          <a:spcPct val="100000"/>
                        </a:lnSpc>
                        <a:tabLst>
                          <a:tab algn="l" pos="0"/>
                        </a:tabLst>
                      </a:pPr>
                      <a:r>
                        <a:rPr b="0" lang="en-US" sz="2400" spc="-1" strike="noStrike">
                          <a:solidFill>
                            <a:schemeClr val="dk1"/>
                          </a:solidFill>
                          <a:latin typeface="Calibri"/>
                          <a:ea typeface="Calibri"/>
                        </a:rPr>
                        <a:t>knows sale total</a:t>
                      </a:r>
                      <a:endParaRPr b="0" lang="en-US" sz="2400" spc="-1" strike="noStrike">
                        <a:solidFill>
                          <a:srgbClr val="000000"/>
                        </a:solidFill>
                        <a:latin typeface="Arial"/>
                      </a:endParaRPr>
                    </a:p>
                  </a:txBody>
                  <a:tcPr anchor="t" marL="91440" marR="91440">
                    <a:lnL w="12240">
                      <a:solidFill>
                        <a:srgbClr val="000000"/>
                      </a:solidFill>
                      <a:prstDash val="solid"/>
                    </a:lnL>
                    <a:lnR w="28080">
                      <a:solidFill>
                        <a:srgbClr val="000000"/>
                      </a:solidFill>
                      <a:prstDash val="solid"/>
                    </a:lnR>
                    <a:lnT w="12240">
                      <a:solidFill>
                        <a:srgbClr val="000000"/>
                      </a:solidFill>
                      <a:prstDash val="solid"/>
                    </a:lnT>
                    <a:lnB w="12240">
                      <a:solidFill>
                        <a:srgbClr val="000000"/>
                      </a:solidFill>
                      <a:prstDash val="solid"/>
                    </a:lnB>
                    <a:noFill/>
                  </a:tcPr>
                </a:tc>
              </a:tr>
              <a:tr h="590400">
                <a:tc>
                  <a:txBody>
                    <a:bodyPr anchor="t">
                      <a:noAutofit/>
                    </a:bodyPr>
                    <a:p>
                      <a:pPr>
                        <a:lnSpc>
                          <a:spcPct val="100000"/>
                        </a:lnSpc>
                        <a:tabLst>
                          <a:tab algn="l" pos="0"/>
                        </a:tabLst>
                      </a:pPr>
                      <a:r>
                        <a:rPr b="0" lang="en-US" sz="2400" spc="-1" strike="noStrike">
                          <a:solidFill>
                            <a:schemeClr val="dk1"/>
                          </a:solidFill>
                          <a:latin typeface="Calibri"/>
                          <a:ea typeface="Calibri"/>
                        </a:rPr>
                        <a:t>SalesLineItem</a:t>
                      </a:r>
                      <a:endParaRPr b="0" lang="en-US" sz="2400" spc="-1" strike="noStrike">
                        <a:solidFill>
                          <a:srgbClr val="000000"/>
                        </a:solidFill>
                        <a:latin typeface="Arial"/>
                      </a:endParaRPr>
                    </a:p>
                  </a:txBody>
                  <a:tcPr anchor="t" marL="91440" marR="91440">
                    <a:lnL w="2808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nSpc>
                          <a:spcPct val="100000"/>
                        </a:lnSpc>
                        <a:tabLst>
                          <a:tab algn="l" pos="0"/>
                        </a:tabLst>
                      </a:pPr>
                      <a:r>
                        <a:rPr b="0" lang="en-US" sz="2400" spc="-1" strike="noStrike">
                          <a:solidFill>
                            <a:schemeClr val="dk1"/>
                          </a:solidFill>
                          <a:latin typeface="Calibri"/>
                          <a:ea typeface="Calibri"/>
                        </a:rPr>
                        <a:t>knows line-item subtotal</a:t>
                      </a:r>
                      <a:endParaRPr b="0" lang="en-US" sz="2400" spc="-1" strike="noStrike">
                        <a:solidFill>
                          <a:srgbClr val="000000"/>
                        </a:solidFill>
                        <a:latin typeface="Arial"/>
                      </a:endParaRPr>
                    </a:p>
                  </a:txBody>
                  <a:tcPr anchor="t" marL="91440" marR="91440">
                    <a:lnL w="12240">
                      <a:solidFill>
                        <a:srgbClr val="000000"/>
                      </a:solidFill>
                      <a:prstDash val="solid"/>
                    </a:lnL>
                    <a:lnR w="28080">
                      <a:solidFill>
                        <a:srgbClr val="000000"/>
                      </a:solidFill>
                      <a:prstDash val="solid"/>
                    </a:lnR>
                    <a:lnT w="12240">
                      <a:solidFill>
                        <a:srgbClr val="000000"/>
                      </a:solidFill>
                      <a:prstDash val="solid"/>
                    </a:lnT>
                    <a:lnB w="12240">
                      <a:solidFill>
                        <a:srgbClr val="000000"/>
                      </a:solidFill>
                      <a:prstDash val="solid"/>
                    </a:lnB>
                    <a:noFill/>
                  </a:tcPr>
                </a:tc>
              </a:tr>
              <a:tr h="590400">
                <a:tc>
                  <a:txBody>
                    <a:bodyPr anchor="t">
                      <a:noAutofit/>
                    </a:bodyPr>
                    <a:p>
                      <a:pPr>
                        <a:lnSpc>
                          <a:spcPct val="100000"/>
                        </a:lnSpc>
                        <a:tabLst>
                          <a:tab algn="l" pos="0"/>
                        </a:tabLst>
                      </a:pPr>
                      <a:r>
                        <a:rPr b="0" lang="en-US" sz="2400" spc="-1" strike="noStrike">
                          <a:solidFill>
                            <a:schemeClr val="dk1"/>
                          </a:solidFill>
                          <a:latin typeface="Calibri"/>
                          <a:ea typeface="Calibri"/>
                        </a:rPr>
                        <a:t>ProductDescription</a:t>
                      </a:r>
                      <a:endParaRPr b="0" lang="en-US" sz="2400" spc="-1" strike="noStrike">
                        <a:solidFill>
                          <a:srgbClr val="000000"/>
                        </a:solidFill>
                        <a:latin typeface="Arial"/>
                      </a:endParaRPr>
                    </a:p>
                  </a:txBody>
                  <a:tcPr anchor="t" marL="91440" marR="91440">
                    <a:lnL w="28080">
                      <a:solidFill>
                        <a:srgbClr val="000000"/>
                      </a:solidFill>
                      <a:prstDash val="solid"/>
                    </a:lnL>
                    <a:lnR w="12240">
                      <a:solidFill>
                        <a:srgbClr val="000000"/>
                      </a:solidFill>
                      <a:prstDash val="solid"/>
                    </a:lnR>
                    <a:lnT w="12240">
                      <a:solidFill>
                        <a:srgbClr val="000000"/>
                      </a:solidFill>
                      <a:prstDash val="solid"/>
                    </a:lnT>
                    <a:lnB w="28080">
                      <a:solidFill>
                        <a:srgbClr val="000000"/>
                      </a:solidFill>
                      <a:prstDash val="solid"/>
                    </a:lnB>
                    <a:noFill/>
                  </a:tcPr>
                </a:tc>
                <a:tc>
                  <a:txBody>
                    <a:bodyPr anchor="t">
                      <a:noAutofit/>
                    </a:bodyPr>
                    <a:p>
                      <a:pPr>
                        <a:lnSpc>
                          <a:spcPct val="100000"/>
                        </a:lnSpc>
                        <a:tabLst>
                          <a:tab algn="l" pos="0"/>
                        </a:tabLst>
                      </a:pPr>
                      <a:r>
                        <a:rPr b="0" lang="en-US" sz="2400" spc="-1" strike="noStrike">
                          <a:solidFill>
                            <a:schemeClr val="dk1"/>
                          </a:solidFill>
                          <a:latin typeface="Calibri"/>
                          <a:ea typeface="Calibri"/>
                        </a:rPr>
                        <a:t>knows product price</a:t>
                      </a:r>
                      <a:endParaRPr b="0" lang="en-US" sz="2400" spc="-1" strike="noStrike">
                        <a:solidFill>
                          <a:srgbClr val="000000"/>
                        </a:solidFill>
                        <a:latin typeface="Arial"/>
                      </a:endParaRPr>
                    </a:p>
                  </a:txBody>
                  <a:tcPr anchor="t" marL="91440" marR="91440">
                    <a:lnL w="12240">
                      <a:solidFill>
                        <a:srgbClr val="000000"/>
                      </a:solidFill>
                      <a:prstDash val="solid"/>
                    </a:lnL>
                    <a:lnR w="28080">
                      <a:solidFill>
                        <a:srgbClr val="000000"/>
                      </a:solidFill>
                      <a:prstDash val="solid"/>
                    </a:lnR>
                    <a:lnT w="12240">
                      <a:solidFill>
                        <a:srgbClr val="000000"/>
                      </a:solidFill>
                      <a:prstDash val="solid"/>
                    </a:lnT>
                    <a:lnB w="28080">
                      <a:solidFill>
                        <a:srgbClr val="000000"/>
                      </a:solidFill>
                      <a:prstDash val="solid"/>
                    </a:lnB>
                    <a:noFill/>
                  </a:tcPr>
                </a:tc>
              </a:tr>
            </a:tbl>
          </a:graphicData>
        </a:graphic>
      </p:graphicFrame>
      <p:pic>
        <p:nvPicPr>
          <p:cNvPr id="257" name="Google Shape;390;p19" descr=""/>
          <p:cNvPicPr/>
          <p:nvPr/>
        </p:nvPicPr>
        <p:blipFill>
          <a:blip r:embed="rId1"/>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259" name="Google Shape;397;p20"/>
          <p:cNvCxnSpPr/>
          <p:nvPr/>
        </p:nvCxnSpPr>
        <p:spPr>
          <a:xfrm>
            <a:off x="5760" y="1252440"/>
            <a:ext cx="6226200" cy="1080"/>
          </a:xfrm>
          <a:prstGeom prst="straightConnector1">
            <a:avLst/>
          </a:prstGeom>
          <a:ln w="38100">
            <a:solidFill>
              <a:srgbClr val="c55a11"/>
            </a:solidFill>
            <a:miter/>
          </a:ln>
        </p:spPr>
      </p:cxnSp>
      <p:sp>
        <p:nvSpPr>
          <p:cNvPr id="260" name="Google Shape;398;p20"/>
          <p:cNvSpPr/>
          <p:nvPr/>
        </p:nvSpPr>
        <p:spPr>
          <a:xfrm>
            <a:off x="294840" y="735480"/>
            <a:ext cx="656208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Information Expert –Monopoly game</a:t>
            </a:r>
            <a:endParaRPr b="0" lang="en-US" sz="2800" spc="-1" strike="noStrike">
              <a:solidFill>
                <a:srgbClr val="000000"/>
              </a:solidFill>
              <a:latin typeface="Arial"/>
            </a:endParaRPr>
          </a:p>
        </p:txBody>
      </p:sp>
      <p:sp>
        <p:nvSpPr>
          <p:cNvPr id="261" name="Google Shape;399;p20"/>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a:t>
            </a:r>
            <a:endParaRPr b="0" lang="en-US" sz="2400" spc="-1" strike="noStrike">
              <a:solidFill>
                <a:srgbClr val="000000"/>
              </a:solidFill>
              <a:latin typeface="Arial"/>
            </a:endParaRPr>
          </a:p>
        </p:txBody>
      </p:sp>
      <p:sp>
        <p:nvSpPr>
          <p:cNvPr id="262" name="Google Shape;400;p20"/>
          <p:cNvSpPr/>
          <p:nvPr/>
        </p:nvSpPr>
        <p:spPr>
          <a:xfrm>
            <a:off x="88920" y="1296000"/>
            <a:ext cx="8179920" cy="1735560"/>
          </a:xfrm>
          <a:prstGeom prst="rect">
            <a:avLst/>
          </a:prstGeom>
          <a:noFill/>
          <a:ln w="0">
            <a:noFill/>
          </a:ln>
        </p:spPr>
        <p:style>
          <a:lnRef idx="0"/>
          <a:fillRef idx="0"/>
          <a:effectRef idx="0"/>
          <a:fontRef idx="minor"/>
        </p:style>
        <p:txBody>
          <a:bodyPr lIns="90000" rIns="90000" tIns="45000" bIns="45000" anchor="t">
            <a:spAutoFit/>
          </a:bodyPr>
          <a:p>
            <a:pPr marL="216000" indent="-216000" algn="just">
              <a:lnSpc>
                <a:spcPct val="150000"/>
              </a:lnSpc>
              <a:buClr>
                <a:srgbClr val="000000"/>
              </a:buClr>
              <a:buFont typeface="Arial"/>
              <a:buChar char="•"/>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The player Marker needs to find the square to which it is to move and the options pertaining to that square. </a:t>
            </a:r>
            <a:endParaRPr b="0" lang="en-US" sz="1800" spc="-1" strike="noStrike">
              <a:solidFill>
                <a:srgbClr val="000000"/>
              </a:solidFill>
              <a:latin typeface="Arial"/>
            </a:endParaRPr>
          </a:p>
          <a:p>
            <a:pPr marL="216000" indent="-216000" algn="just">
              <a:lnSpc>
                <a:spcPct val="150000"/>
              </a:lnSpc>
              <a:buClr>
                <a:srgbClr val="000000"/>
              </a:buClr>
              <a:buFont typeface="Arial"/>
              <a:buChar char="•"/>
            </a:pPr>
            <a:r>
              <a:rPr b="0" lang="en-US" sz="1800" spc="-1" strike="noStrike">
                <a:solidFill>
                  <a:srgbClr val="000000"/>
                </a:solidFill>
                <a:latin typeface="Calibri"/>
                <a:ea typeface="Calibri"/>
              </a:rPr>
              <a:t>The Board aggregates all of the Squares, so the Board has the Information needed to fulfill this responsibility.</a:t>
            </a:r>
            <a:endParaRPr b="0" lang="en-US" sz="1800" spc="-1" strike="noStrike">
              <a:solidFill>
                <a:srgbClr val="000000"/>
              </a:solidFill>
              <a:latin typeface="Arial"/>
            </a:endParaRPr>
          </a:p>
        </p:txBody>
      </p:sp>
      <p:pic>
        <p:nvPicPr>
          <p:cNvPr id="263" name="Google Shape;401;p20" descr=""/>
          <p:cNvPicPr/>
          <p:nvPr/>
        </p:nvPicPr>
        <p:blipFill>
          <a:blip r:embed="rId1"/>
          <a:stretch/>
        </p:blipFill>
        <p:spPr>
          <a:xfrm>
            <a:off x="2506320" y="3200400"/>
            <a:ext cx="5951880" cy="2099160"/>
          </a:xfrm>
          <a:prstGeom prst="rect">
            <a:avLst/>
          </a:prstGeom>
          <a:ln w="0">
            <a:noFill/>
          </a:ln>
        </p:spPr>
      </p:pic>
      <p:sp>
        <p:nvSpPr>
          <p:cNvPr id="264" name="Google Shape;402;p20"/>
          <p:cNvSpPr/>
          <p:nvPr/>
        </p:nvSpPr>
        <p:spPr>
          <a:xfrm>
            <a:off x="3283560" y="5918400"/>
            <a:ext cx="4201200" cy="303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tabLst>
                <a:tab algn="l" pos="0"/>
              </a:tabLst>
            </a:pPr>
            <a:r>
              <a:rPr b="0" lang="en-US" sz="1400" spc="-1" strike="noStrike">
                <a:solidFill>
                  <a:srgbClr val="000000"/>
                </a:solidFill>
                <a:latin typeface="Arial"/>
                <a:ea typeface="Arial"/>
              </a:rPr>
              <a:t>Make board information expert</a:t>
            </a:r>
            <a:endParaRPr b="0" lang="en-US" sz="1400" spc="-1" strike="noStrike">
              <a:solidFill>
                <a:srgbClr val="000000"/>
              </a:solidFill>
              <a:latin typeface="Arial"/>
            </a:endParaRPr>
          </a:p>
        </p:txBody>
      </p:sp>
      <p:pic>
        <p:nvPicPr>
          <p:cNvPr id="265" name="Google Shape;403;p20" descr=""/>
          <p:cNvPicPr/>
          <p:nvPr/>
        </p:nvPicPr>
        <p:blipFill>
          <a:blip r:embed="rId2"/>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66"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267" name="Google Shape;410;p66"/>
          <p:cNvCxnSpPr/>
          <p:nvPr/>
        </p:nvCxnSpPr>
        <p:spPr>
          <a:xfrm>
            <a:off x="5760" y="1252440"/>
            <a:ext cx="6226200" cy="1080"/>
          </a:xfrm>
          <a:prstGeom prst="straightConnector1">
            <a:avLst/>
          </a:prstGeom>
          <a:ln w="38100">
            <a:solidFill>
              <a:srgbClr val="c55a11"/>
            </a:solidFill>
            <a:miter/>
          </a:ln>
        </p:spPr>
      </p:cxnSp>
      <p:sp>
        <p:nvSpPr>
          <p:cNvPr id="268" name="Google Shape;411;p66"/>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a:t>
            </a:r>
            <a:endParaRPr b="0" lang="en-US" sz="2400" spc="-1" strike="noStrike">
              <a:solidFill>
                <a:srgbClr val="000000"/>
              </a:solidFill>
              <a:latin typeface="Arial"/>
            </a:endParaRPr>
          </a:p>
        </p:txBody>
      </p:sp>
      <p:pic>
        <p:nvPicPr>
          <p:cNvPr id="269" name="Google Shape;412;p66" descr=""/>
          <p:cNvPicPr/>
          <p:nvPr/>
        </p:nvPicPr>
        <p:blipFill>
          <a:blip r:embed="rId1"/>
          <a:stretch/>
        </p:blipFill>
        <p:spPr>
          <a:xfrm>
            <a:off x="8382240" y="0"/>
            <a:ext cx="754560" cy="1287360"/>
          </a:xfrm>
          <a:prstGeom prst="rect">
            <a:avLst/>
          </a:prstGeom>
          <a:ln w="0">
            <a:noFill/>
          </a:ln>
        </p:spPr>
      </p:pic>
      <p:sp>
        <p:nvSpPr>
          <p:cNvPr id="270" name="Google Shape;413;p66"/>
          <p:cNvSpPr/>
          <p:nvPr/>
        </p:nvSpPr>
        <p:spPr>
          <a:xfrm>
            <a:off x="101520" y="1512000"/>
            <a:ext cx="4835160" cy="4476600"/>
          </a:xfrm>
          <a:prstGeom prst="rect">
            <a:avLst/>
          </a:prstGeom>
          <a:noFill/>
          <a:ln w="19050">
            <a:solidFill>
              <a:srgbClr val="000000"/>
            </a:solidFill>
            <a:round/>
          </a:ln>
        </p:spPr>
        <p:style>
          <a:lnRef idx="0"/>
          <a:fillRef idx="0"/>
          <a:effectRef idx="0"/>
          <a:fontRef idx="minor"/>
        </p:style>
        <p:txBody>
          <a:bodyPr lIns="90000" rIns="90000" tIns="45000" bIns="45000" anchor="t">
            <a:spAutoFit/>
          </a:bodyPr>
          <a:p>
            <a:pPr>
              <a:lnSpc>
                <a:spcPct val="100000"/>
              </a:lnSpc>
            </a:pPr>
            <a:r>
              <a:rPr b="0" lang="en-US" sz="1600" spc="-1" strike="noStrike">
                <a:solidFill>
                  <a:schemeClr val="dk1"/>
                </a:solidFill>
                <a:latin typeface="Calibri"/>
                <a:ea typeface="Calibri"/>
              </a:rPr>
              <a:t>public class ShoppingCart {</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private List&lt;Item&gt; items = new ArrayList&lt;&gt;();</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public void addItem(Item item) {</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items.add(item);</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public double calculateTotalPrice() {</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double totalPrice = 0;</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for (Item item : items) {</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totalPrice += item.getPrice();</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return totalPrice;</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a:t>
            </a:r>
            <a:endParaRPr b="0" lang="en-US" sz="1600" spc="-1" strike="noStrike">
              <a:solidFill>
                <a:srgbClr val="000000"/>
              </a:solidFill>
              <a:latin typeface="Arial"/>
            </a:endParaRPr>
          </a:p>
        </p:txBody>
      </p:sp>
      <p:sp>
        <p:nvSpPr>
          <p:cNvPr id="271" name="Google Shape;414;p66"/>
          <p:cNvSpPr/>
          <p:nvPr/>
        </p:nvSpPr>
        <p:spPr>
          <a:xfrm>
            <a:off x="5081400" y="1512000"/>
            <a:ext cx="3763800" cy="3501720"/>
          </a:xfrm>
          <a:prstGeom prst="rect">
            <a:avLst/>
          </a:prstGeom>
          <a:noFill/>
          <a:ln w="19050">
            <a:solidFill>
              <a:srgbClr val="833c0b"/>
            </a:solidFill>
            <a:round/>
          </a:ln>
        </p:spPr>
        <p:style>
          <a:lnRef idx="0"/>
          <a:fillRef idx="0"/>
          <a:effectRef idx="0"/>
          <a:fontRef idx="minor"/>
        </p:style>
        <p:txBody>
          <a:bodyPr lIns="90000" rIns="90000" tIns="45000" bIns="45000" anchor="t">
            <a:spAutoFit/>
          </a:bodyPr>
          <a:p>
            <a:pPr>
              <a:lnSpc>
                <a:spcPct val="100000"/>
              </a:lnSpc>
            </a:pPr>
            <a:r>
              <a:rPr b="0" lang="en-US" sz="1600" spc="-1" strike="noStrike">
                <a:solidFill>
                  <a:schemeClr val="dk1"/>
                </a:solidFill>
                <a:latin typeface="Calibri"/>
                <a:ea typeface="Calibri"/>
              </a:rPr>
              <a:t>public class Item {</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private String name;</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private double price;</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public Item(String name, double price) {</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this.name = name;</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this.price = price;</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public double getPrice() {</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return price;</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a:t>
            </a:r>
            <a:endParaRPr b="0" lang="en-US" sz="1600" spc="-1" strike="noStrike">
              <a:solidFill>
                <a:srgbClr val="000000"/>
              </a:solidFill>
              <a:latin typeface="Arial"/>
            </a:endParaRPr>
          </a:p>
        </p:txBody>
      </p:sp>
      <p:sp>
        <p:nvSpPr>
          <p:cNvPr id="272" name="Google Shape;415;p66"/>
          <p:cNvSpPr/>
          <p:nvPr/>
        </p:nvSpPr>
        <p:spPr>
          <a:xfrm>
            <a:off x="294840" y="735480"/>
            <a:ext cx="656208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Information Expert –Shopping Cart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274" name="Google Shape;422;p67"/>
          <p:cNvCxnSpPr/>
          <p:nvPr/>
        </p:nvCxnSpPr>
        <p:spPr>
          <a:xfrm>
            <a:off x="5760" y="1252440"/>
            <a:ext cx="6226200" cy="1080"/>
          </a:xfrm>
          <a:prstGeom prst="straightConnector1">
            <a:avLst/>
          </a:prstGeom>
          <a:ln w="38100">
            <a:solidFill>
              <a:srgbClr val="c55a11"/>
            </a:solidFill>
            <a:miter/>
          </a:ln>
        </p:spPr>
      </p:cxnSp>
      <p:sp>
        <p:nvSpPr>
          <p:cNvPr id="275" name="Google Shape;423;p67"/>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a:t>
            </a:r>
            <a:endParaRPr b="0" lang="en-US" sz="2400" spc="-1" strike="noStrike">
              <a:solidFill>
                <a:srgbClr val="000000"/>
              </a:solidFill>
              <a:latin typeface="Arial"/>
            </a:endParaRPr>
          </a:p>
        </p:txBody>
      </p:sp>
      <p:pic>
        <p:nvPicPr>
          <p:cNvPr id="276" name="Google Shape;424;p67" descr=""/>
          <p:cNvPicPr/>
          <p:nvPr/>
        </p:nvPicPr>
        <p:blipFill>
          <a:blip r:embed="rId1"/>
          <a:stretch/>
        </p:blipFill>
        <p:spPr>
          <a:xfrm>
            <a:off x="8382240" y="0"/>
            <a:ext cx="754560" cy="1287360"/>
          </a:xfrm>
          <a:prstGeom prst="rect">
            <a:avLst/>
          </a:prstGeom>
          <a:ln w="0">
            <a:noFill/>
          </a:ln>
        </p:spPr>
      </p:pic>
      <p:sp>
        <p:nvSpPr>
          <p:cNvPr id="277" name="Google Shape;425;p67"/>
          <p:cNvSpPr/>
          <p:nvPr/>
        </p:nvSpPr>
        <p:spPr>
          <a:xfrm>
            <a:off x="285120" y="1531440"/>
            <a:ext cx="8415360" cy="2833920"/>
          </a:xfrm>
          <a:prstGeom prst="rect">
            <a:avLst/>
          </a:prstGeom>
          <a:noFill/>
          <a:ln w="0">
            <a:noFill/>
          </a:ln>
        </p:spPr>
        <p:style>
          <a:lnRef idx="0"/>
          <a:fillRef idx="0"/>
          <a:effectRef idx="0"/>
          <a:fontRef idx="minor"/>
        </p:style>
        <p:txBody>
          <a:bodyPr lIns="90000" rIns="90000" tIns="45000" bIns="45000" anchor="t">
            <a:spAutoFit/>
          </a:bodyPr>
          <a:p>
            <a:pPr marL="343080" indent="-343080" algn="just">
              <a:lnSpc>
                <a:spcPct val="100000"/>
              </a:lnSpc>
              <a:buClr>
                <a:srgbClr val="000000"/>
              </a:buClr>
              <a:buFont typeface="Arial"/>
              <a:buChar char="•"/>
            </a:pPr>
            <a:r>
              <a:rPr b="0" lang="en-US" sz="2000" spc="-1" strike="noStrike">
                <a:solidFill>
                  <a:srgbClr val="242424"/>
                </a:solidFill>
                <a:latin typeface="Times New Roman"/>
                <a:ea typeface="Times New Roman"/>
              </a:rPr>
              <a:t>In this example, the “</a:t>
            </a:r>
            <a:r>
              <a:rPr b="1" lang="en-US" sz="2000" spc="-1" strike="noStrike">
                <a:solidFill>
                  <a:srgbClr val="242424"/>
                </a:solidFill>
                <a:latin typeface="Times New Roman"/>
                <a:ea typeface="Times New Roman"/>
              </a:rPr>
              <a:t>Information Expert</a:t>
            </a:r>
            <a:r>
              <a:rPr b="0" lang="en-US" sz="2000" spc="-1" strike="noStrike">
                <a:solidFill>
                  <a:srgbClr val="242424"/>
                </a:solidFill>
                <a:latin typeface="Times New Roman"/>
                <a:ea typeface="Times New Roman"/>
              </a:rPr>
              <a:t>” principle is applied by assigning responsibility for calculating the total price of items in the shopping cart to the </a:t>
            </a:r>
            <a:r>
              <a:rPr b="1" lang="en-US" sz="2000" spc="-1" strike="noStrike">
                <a:solidFill>
                  <a:srgbClr val="242424"/>
                </a:solidFill>
                <a:latin typeface="Times New Roman"/>
                <a:ea typeface="Times New Roman"/>
              </a:rPr>
              <a:t>ShoppingCart </a:t>
            </a:r>
            <a:r>
              <a:rPr b="0" lang="en-US" sz="2000" spc="-1" strike="noStrike">
                <a:solidFill>
                  <a:srgbClr val="242424"/>
                </a:solidFill>
                <a:latin typeface="Times New Roman"/>
                <a:ea typeface="Times New Roman"/>
              </a:rPr>
              <a:t>class. </a:t>
            </a:r>
            <a:endParaRPr b="0" lang="en-US" sz="2000" spc="-1" strike="noStrike">
              <a:solidFill>
                <a:srgbClr val="000000"/>
              </a:solidFill>
              <a:latin typeface="Arial"/>
            </a:endParaRPr>
          </a:p>
          <a:p>
            <a:pPr marL="343080" indent="-343080">
              <a:lnSpc>
                <a:spcPct val="100000"/>
              </a:lnSpc>
              <a:buClr>
                <a:srgbClr val="000000"/>
              </a:buClr>
              <a:buFont typeface="Arial"/>
              <a:buChar char="•"/>
            </a:pPr>
            <a:r>
              <a:rPr b="0" lang="en-US" sz="2000" spc="-1" strike="noStrike">
                <a:solidFill>
                  <a:srgbClr val="242424"/>
                </a:solidFill>
                <a:latin typeface="Times New Roman"/>
                <a:ea typeface="Times New Roman"/>
              </a:rPr>
              <a:t>Since the </a:t>
            </a:r>
            <a:r>
              <a:rPr b="1" lang="en-US" sz="2000" spc="-1" strike="noStrike">
                <a:solidFill>
                  <a:srgbClr val="242424"/>
                </a:solidFill>
                <a:latin typeface="Times New Roman"/>
                <a:ea typeface="Times New Roman"/>
              </a:rPr>
              <a:t>ShoppingCart </a:t>
            </a:r>
            <a:r>
              <a:rPr b="0" lang="en-US" sz="2000" spc="-1" strike="noStrike">
                <a:solidFill>
                  <a:srgbClr val="242424"/>
                </a:solidFill>
                <a:latin typeface="Times New Roman"/>
                <a:ea typeface="Times New Roman"/>
              </a:rPr>
              <a:t>class has access to the list of items and their prices, it is the most suitable class to perform this calculation. </a:t>
            </a:r>
            <a:endParaRPr b="0" lang="en-US" sz="2000" spc="-1" strike="noStrike">
              <a:solidFill>
                <a:srgbClr val="000000"/>
              </a:solidFill>
              <a:latin typeface="Arial"/>
            </a:endParaRPr>
          </a:p>
          <a:p>
            <a:pPr marL="343080" indent="-343080">
              <a:lnSpc>
                <a:spcPct val="100000"/>
              </a:lnSpc>
              <a:buClr>
                <a:srgbClr val="000000"/>
              </a:buClr>
              <a:buFont typeface="Arial"/>
              <a:buChar char="•"/>
            </a:pPr>
            <a:r>
              <a:rPr b="0" lang="en-US" sz="2000" spc="-1" strike="noStrike">
                <a:solidFill>
                  <a:srgbClr val="242424"/>
                </a:solidFill>
                <a:latin typeface="Times New Roman"/>
                <a:ea typeface="Times New Roman"/>
              </a:rPr>
              <a:t>The </a:t>
            </a:r>
            <a:r>
              <a:rPr b="1" lang="en-US" sz="2000" spc="-1" strike="noStrike">
                <a:solidFill>
                  <a:srgbClr val="242424"/>
                </a:solidFill>
                <a:latin typeface="Times New Roman"/>
                <a:ea typeface="Times New Roman"/>
              </a:rPr>
              <a:t>Item </a:t>
            </a:r>
            <a:r>
              <a:rPr b="0" lang="en-US" sz="2000" spc="-1" strike="noStrike">
                <a:solidFill>
                  <a:srgbClr val="242424"/>
                </a:solidFill>
                <a:latin typeface="Times New Roman"/>
                <a:ea typeface="Times New Roman"/>
              </a:rPr>
              <a:t>class, on the other hand, encapsulates information about individual items, such as their name and price. </a:t>
            </a:r>
            <a:endParaRPr b="0" lang="en-US" sz="2000" spc="-1" strike="noStrike">
              <a:solidFill>
                <a:srgbClr val="000000"/>
              </a:solidFill>
              <a:latin typeface="Arial"/>
            </a:endParaRPr>
          </a:p>
          <a:p>
            <a:pPr marL="343080" indent="-343080">
              <a:lnSpc>
                <a:spcPct val="100000"/>
              </a:lnSpc>
              <a:buClr>
                <a:srgbClr val="000000"/>
              </a:buClr>
              <a:buFont typeface="Arial"/>
              <a:buChar char="•"/>
            </a:pPr>
            <a:r>
              <a:rPr b="0" lang="en-US" sz="2000" spc="-1" strike="noStrike">
                <a:solidFill>
                  <a:srgbClr val="242424"/>
                </a:solidFill>
                <a:latin typeface="Times New Roman"/>
                <a:ea typeface="Times New Roman"/>
              </a:rPr>
              <a:t>By delegating responsibilities based on expertise and information, we promote high cohesion and encapsulation in the design.</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gn="just">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279" name="Google Shape;432;p21"/>
          <p:cNvCxnSpPr/>
          <p:nvPr/>
        </p:nvCxnSpPr>
        <p:spPr>
          <a:xfrm>
            <a:off x="5760" y="1252440"/>
            <a:ext cx="6226200" cy="1080"/>
          </a:xfrm>
          <a:prstGeom prst="straightConnector1">
            <a:avLst/>
          </a:prstGeom>
          <a:ln w="38100">
            <a:solidFill>
              <a:srgbClr val="c55a11"/>
            </a:solidFill>
            <a:miter/>
          </a:ln>
        </p:spPr>
      </p:cxnSp>
      <p:sp>
        <p:nvSpPr>
          <p:cNvPr id="280" name="Google Shape;433;p21"/>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tabLst>
                <a:tab algn="l" pos="0"/>
              </a:tabLst>
            </a:pPr>
            <a:r>
              <a:rPr b="1" lang="en-US" sz="2800" spc="-1" strike="noStrike">
                <a:solidFill>
                  <a:srgbClr val="c55a11"/>
                </a:solidFill>
                <a:latin typeface="Calibri"/>
                <a:ea typeface="Calibri"/>
              </a:rPr>
              <a:t>Low Coupling</a:t>
            </a:r>
            <a:endParaRPr b="0" lang="en-US" sz="2800" spc="-1" strike="noStrike">
              <a:solidFill>
                <a:srgbClr val="000000"/>
              </a:solidFill>
              <a:latin typeface="Arial"/>
            </a:endParaRPr>
          </a:p>
        </p:txBody>
      </p:sp>
      <p:sp>
        <p:nvSpPr>
          <p:cNvPr id="281" name="Google Shape;434;p21"/>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tabLst>
                <a:tab algn="l" pos="0"/>
              </a:tabLst>
            </a:pPr>
            <a:r>
              <a:rPr b="1" lang="en-US" sz="2400" spc="-1" strike="noStrike">
                <a:solidFill>
                  <a:srgbClr val="2f5496"/>
                </a:solidFill>
                <a:latin typeface="Calibri"/>
                <a:ea typeface="Calibri"/>
              </a:rPr>
              <a:t>Object Oriented Analysis and Design</a:t>
            </a:r>
            <a:endParaRPr b="0" lang="en-US" sz="2400" spc="-1" strike="noStrike">
              <a:solidFill>
                <a:srgbClr val="000000"/>
              </a:solidFill>
              <a:latin typeface="Arial"/>
            </a:endParaRPr>
          </a:p>
        </p:txBody>
      </p:sp>
      <p:sp>
        <p:nvSpPr>
          <p:cNvPr id="282" name="Google Shape;435;p21"/>
          <p:cNvSpPr/>
          <p:nvPr/>
        </p:nvSpPr>
        <p:spPr>
          <a:xfrm>
            <a:off x="34200" y="1228680"/>
            <a:ext cx="9074160" cy="5438880"/>
          </a:xfrm>
          <a:prstGeom prst="rect">
            <a:avLst/>
          </a:prstGeom>
          <a:noFill/>
          <a:ln w="0">
            <a:noFill/>
          </a:ln>
        </p:spPr>
        <p:style>
          <a:lnRef idx="0"/>
          <a:fillRef idx="0"/>
          <a:effectRef idx="0"/>
          <a:fontRef idx="minor"/>
        </p:style>
        <p:txBody>
          <a:bodyPr lIns="90000" rIns="90000" tIns="45000" bIns="45000" anchor="t">
            <a:spAutoFit/>
          </a:bodyPr>
          <a:p>
            <a:pPr lvl="3" marL="864000" indent="-216000" algn="just">
              <a:lnSpc>
                <a:spcPct val="150000"/>
              </a:lnSpc>
              <a:buClr>
                <a:srgbClr val="000000"/>
              </a:buClr>
              <a:buFont typeface="Arial"/>
              <a:buChar char="•"/>
            </a:pPr>
            <a:r>
              <a:rPr b="1" lang="en-US" sz="1800" spc="-1" strike="noStrike">
                <a:solidFill>
                  <a:srgbClr val="000000"/>
                </a:solidFill>
                <a:latin typeface="Calibri"/>
                <a:ea typeface="Calibri"/>
              </a:rPr>
              <a:t> </a:t>
            </a:r>
            <a:r>
              <a:rPr b="1" lang="en-US" sz="1800" spc="-1" strike="noStrike">
                <a:solidFill>
                  <a:srgbClr val="000000"/>
                </a:solidFill>
                <a:latin typeface="Calibri"/>
                <a:ea typeface="Calibri"/>
              </a:rPr>
              <a:t>Coupling </a:t>
            </a:r>
            <a:r>
              <a:rPr b="0" lang="en-US" sz="1800" spc="-1" strike="noStrike">
                <a:solidFill>
                  <a:srgbClr val="000000"/>
                </a:solidFill>
                <a:latin typeface="Calibri"/>
                <a:ea typeface="Calibri"/>
              </a:rPr>
              <a:t>– Coupling describes the degree of dependency between classes or modules. It indicates how closely connected different classes or modules are, and how much they rely on each other. There are two main types of coupling</a:t>
            </a:r>
            <a:endParaRPr b="0" lang="en-US" sz="1800" spc="-1" strike="noStrike">
              <a:solidFill>
                <a:srgbClr val="000000"/>
              </a:solidFill>
              <a:latin typeface="Arial"/>
            </a:endParaRPr>
          </a:p>
          <a:p>
            <a:pPr lvl="3" marL="864000" indent="-216000" algn="just">
              <a:lnSpc>
                <a:spcPct val="150000"/>
              </a:lnSpc>
              <a:buClr>
                <a:srgbClr val="000000"/>
              </a:buClr>
              <a:buFont typeface="Arial"/>
              <a:buChar char="•"/>
            </a:pPr>
            <a:r>
              <a:rPr b="1" lang="en-US" sz="1800" spc="-1" strike="noStrike">
                <a:solidFill>
                  <a:srgbClr val="000000"/>
                </a:solidFill>
                <a:latin typeface="Calibri"/>
                <a:ea typeface="Calibri"/>
              </a:rPr>
              <a:t>Tight Coupling: </a:t>
            </a:r>
            <a:r>
              <a:rPr b="0" lang="en-US" sz="1800" spc="-1" strike="noStrike">
                <a:solidFill>
                  <a:srgbClr val="000000"/>
                </a:solidFill>
                <a:latin typeface="Calibri"/>
                <a:ea typeface="Calibri"/>
              </a:rPr>
              <a:t>High dependency between classes. Changes in one class often require changes in the coupled class. Tight coupling occurs when a class is highly dependent on the specifics of another class. This often happens when one class creates an instance of another class and directly accesses its methods and fields.</a:t>
            </a:r>
            <a:endParaRPr b="0" lang="en-US" sz="1800" spc="-1" strike="noStrike">
              <a:solidFill>
                <a:srgbClr val="000000"/>
              </a:solidFill>
              <a:latin typeface="Arial"/>
            </a:endParaRPr>
          </a:p>
          <a:p>
            <a:pPr lvl="3" marL="864000" indent="-216000" algn="just">
              <a:lnSpc>
                <a:spcPct val="150000"/>
              </a:lnSpc>
              <a:buClr>
                <a:srgbClr val="000000"/>
              </a:buClr>
              <a:buFont typeface="Arial"/>
              <a:buChar char="•"/>
            </a:pPr>
            <a:r>
              <a:rPr b="1" lang="en-US" sz="1800" spc="-1" strike="noStrike">
                <a:solidFill>
                  <a:srgbClr val="000000"/>
                </a:solidFill>
                <a:latin typeface="Calibri"/>
                <a:ea typeface="Calibri"/>
              </a:rPr>
              <a:t>Loose Coupling: </a:t>
            </a:r>
            <a:r>
              <a:rPr b="0" lang="en-US" sz="1800" spc="-1" strike="noStrike">
                <a:solidFill>
                  <a:srgbClr val="000000"/>
                </a:solidFill>
                <a:latin typeface="Calibri"/>
                <a:ea typeface="Calibri"/>
              </a:rPr>
              <a:t>Low dependency between classes. Classes interact through well-defined interfaces, reducing the impact of changes. Loose coupling occurs when classes are less dependent on the specifics of other classes. This can be achieved by using interfaces, abstract classes, or dependency injection, allowing classes to interact without knowing the implementation details of each other.</a:t>
            </a:r>
            <a:endParaRPr b="0" lang="en-US" sz="1800" spc="-1" strike="noStrike">
              <a:solidFill>
                <a:srgbClr val="000000"/>
              </a:solidFill>
              <a:latin typeface="Arial"/>
            </a:endParaRPr>
          </a:p>
          <a:p>
            <a:pPr algn="just">
              <a:lnSpc>
                <a:spcPct val="150000"/>
              </a:lnSpc>
              <a:tabLst>
                <a:tab algn="l" pos="0"/>
              </a:tabLst>
            </a:pPr>
            <a:endParaRPr b="0" lang="en-US" sz="1800" spc="-1" strike="noStrike">
              <a:solidFill>
                <a:srgbClr val="000000"/>
              </a:solidFill>
              <a:latin typeface="Arial"/>
            </a:endParaRPr>
          </a:p>
        </p:txBody>
      </p:sp>
      <p:pic>
        <p:nvPicPr>
          <p:cNvPr id="283" name="Google Shape;436;p21" descr=""/>
          <p:cNvPicPr/>
          <p:nvPr/>
        </p:nvPicPr>
        <p:blipFill>
          <a:blip r:embed="rId1"/>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gn="just">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285" name="Google Shape;443;p68"/>
          <p:cNvCxnSpPr/>
          <p:nvPr/>
        </p:nvCxnSpPr>
        <p:spPr>
          <a:xfrm>
            <a:off x="5760" y="1252440"/>
            <a:ext cx="6226200" cy="1080"/>
          </a:xfrm>
          <a:prstGeom prst="straightConnector1">
            <a:avLst/>
          </a:prstGeom>
          <a:ln w="38100">
            <a:solidFill>
              <a:srgbClr val="c55a11"/>
            </a:solidFill>
            <a:miter/>
          </a:ln>
        </p:spPr>
      </p:cxnSp>
      <p:sp>
        <p:nvSpPr>
          <p:cNvPr id="286" name="Google Shape;444;p68"/>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tabLst>
                <a:tab algn="l" pos="0"/>
              </a:tabLst>
            </a:pPr>
            <a:r>
              <a:rPr b="1" lang="en-US" sz="2800" spc="-1" strike="noStrike">
                <a:solidFill>
                  <a:srgbClr val="c55a11"/>
                </a:solidFill>
                <a:latin typeface="Calibri"/>
                <a:ea typeface="Calibri"/>
              </a:rPr>
              <a:t>Low Coupling</a:t>
            </a:r>
            <a:endParaRPr b="0" lang="en-US" sz="2800" spc="-1" strike="noStrike">
              <a:solidFill>
                <a:srgbClr val="000000"/>
              </a:solidFill>
              <a:latin typeface="Arial"/>
            </a:endParaRPr>
          </a:p>
        </p:txBody>
      </p:sp>
      <p:sp>
        <p:nvSpPr>
          <p:cNvPr id="287" name="Google Shape;445;p68"/>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tabLst>
                <a:tab algn="l" pos="0"/>
              </a:tabLst>
            </a:pPr>
            <a:r>
              <a:rPr b="1" lang="en-US" sz="2400" spc="-1" strike="noStrike">
                <a:solidFill>
                  <a:srgbClr val="2f5496"/>
                </a:solidFill>
                <a:latin typeface="Calibri"/>
                <a:ea typeface="Calibri"/>
              </a:rPr>
              <a:t>Object Oriented Analysis and Design</a:t>
            </a:r>
            <a:endParaRPr b="0" lang="en-US" sz="2400" spc="-1" strike="noStrike">
              <a:solidFill>
                <a:srgbClr val="000000"/>
              </a:solidFill>
              <a:latin typeface="Arial"/>
            </a:endParaRPr>
          </a:p>
        </p:txBody>
      </p:sp>
      <p:sp>
        <p:nvSpPr>
          <p:cNvPr id="288" name="Google Shape;446;p68"/>
          <p:cNvSpPr/>
          <p:nvPr/>
        </p:nvSpPr>
        <p:spPr>
          <a:xfrm>
            <a:off x="0" y="1258560"/>
            <a:ext cx="9074160" cy="2970000"/>
          </a:xfrm>
          <a:prstGeom prst="rect">
            <a:avLst/>
          </a:prstGeom>
          <a:noFill/>
          <a:ln w="0">
            <a:noFill/>
          </a:ln>
        </p:spPr>
        <p:style>
          <a:lnRef idx="0"/>
          <a:fillRef idx="0"/>
          <a:effectRef idx="0"/>
          <a:fontRef idx="minor"/>
        </p:style>
        <p:txBody>
          <a:bodyPr lIns="90000" rIns="90000" tIns="45000" bIns="45000" anchor="t">
            <a:spAutoFit/>
          </a:bodyPr>
          <a:p>
            <a:pPr lvl="3" marL="864000" indent="-216000" algn="just">
              <a:lnSpc>
                <a:spcPct val="150000"/>
              </a:lnSpc>
              <a:buClr>
                <a:srgbClr val="000000"/>
              </a:buClr>
              <a:buFont typeface="Arial"/>
              <a:buChar char="•"/>
            </a:pPr>
            <a:r>
              <a:rPr b="1" lang="en-US" sz="1800" spc="-1" strike="noStrike">
                <a:solidFill>
                  <a:srgbClr val="000000"/>
                </a:solidFill>
                <a:latin typeface="Calibri"/>
                <a:ea typeface="Calibri"/>
              </a:rPr>
              <a:t>Definition: </a:t>
            </a:r>
            <a:endParaRPr b="0" lang="en-US" sz="1800" spc="-1" strike="noStrike">
              <a:solidFill>
                <a:srgbClr val="000000"/>
              </a:solidFill>
              <a:latin typeface="Arial"/>
            </a:endParaRPr>
          </a:p>
          <a:p>
            <a:pPr algn="just">
              <a:lnSpc>
                <a:spcPct val="100000"/>
              </a:lnSpc>
              <a:tabLst>
                <a:tab algn="l" pos="0"/>
              </a:tabLst>
            </a:pPr>
            <a:r>
              <a:rPr b="1" lang="en-US" sz="1800" spc="-1" strike="noStrike">
                <a:solidFill>
                  <a:srgbClr val="000000"/>
                </a:solidFill>
                <a:latin typeface="Calibri"/>
                <a:ea typeface="Calibri"/>
              </a:rPr>
              <a:t>	</a:t>
            </a:r>
            <a:r>
              <a:rPr b="1" lang="en-US" sz="1800" spc="-1" strike="noStrike">
                <a:solidFill>
                  <a:srgbClr val="000000"/>
                </a:solidFill>
                <a:latin typeface="Calibri"/>
                <a:ea typeface="Calibri"/>
              </a:rPr>
              <a:t> </a:t>
            </a:r>
            <a:r>
              <a:rPr b="0" lang="en-US" sz="1800" spc="-1" strike="noStrike">
                <a:solidFill>
                  <a:srgbClr val="000000"/>
                </a:solidFill>
                <a:latin typeface="Calibri"/>
                <a:ea typeface="Calibri"/>
              </a:rPr>
              <a:t>Name: Low Coupling</a:t>
            </a:r>
            <a:endParaRPr b="0" lang="en-US" sz="1800" spc="-1" strike="noStrike">
              <a:solidFill>
                <a:srgbClr val="000000"/>
              </a:solidFill>
              <a:latin typeface="Arial"/>
            </a:endParaRPr>
          </a:p>
          <a:p>
            <a:pPr algn="just">
              <a:lnSpc>
                <a:spcPct val="100000"/>
              </a:lnSpc>
              <a:tabLst>
                <a:tab algn="l" pos="0"/>
              </a:tabLst>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Problem: How to support low dependency, low change impact, increased reuse?</a:t>
            </a:r>
            <a:endParaRPr b="0" lang="en-US" sz="1800" spc="-1" strike="noStrike">
              <a:solidFill>
                <a:srgbClr val="000000"/>
              </a:solidFill>
              <a:latin typeface="Arial"/>
            </a:endParaRPr>
          </a:p>
          <a:p>
            <a:pPr algn="just">
              <a:lnSpc>
                <a:spcPct val="100000"/>
              </a:lnSpc>
              <a:tabLst>
                <a:tab algn="l" pos="0"/>
              </a:tabLst>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Solution: Assign a responsibility so coupling is low.</a:t>
            </a:r>
            <a:endParaRPr b="0" lang="en-US" sz="1800" spc="-1" strike="noStrike">
              <a:solidFill>
                <a:srgbClr val="000000"/>
              </a:solidFill>
              <a:latin typeface="Arial"/>
            </a:endParaRPr>
          </a:p>
          <a:p>
            <a:pPr lvl="3" marL="864000" indent="-216000" algn="just">
              <a:lnSpc>
                <a:spcPct val="150000"/>
              </a:lnSpc>
              <a:buClr>
                <a:srgbClr val="000000"/>
              </a:buClr>
              <a:buFont typeface="Arial"/>
              <a:buChar char="•"/>
              <a:tabLst>
                <a:tab algn="l" pos="0"/>
              </a:tabLst>
            </a:pPr>
            <a:r>
              <a:rPr b="1" lang="en-US" sz="1800" spc="-1" strike="noStrike">
                <a:solidFill>
                  <a:schemeClr val="dk1"/>
                </a:solidFill>
                <a:latin typeface="Calibri"/>
                <a:ea typeface="Calibri"/>
              </a:rPr>
              <a:t>   </a:t>
            </a:r>
            <a:r>
              <a:rPr b="1" lang="en-US" sz="1800" spc="-1" strike="noStrike">
                <a:solidFill>
                  <a:schemeClr val="dk1"/>
                </a:solidFill>
                <a:latin typeface="Calibri"/>
                <a:ea typeface="Calibri"/>
              </a:rPr>
              <a:t>Minimizes the dependency </a:t>
            </a:r>
            <a:r>
              <a:rPr b="0" lang="en-US" sz="1800" spc="-1" strike="noStrike">
                <a:solidFill>
                  <a:schemeClr val="dk1"/>
                </a:solidFill>
                <a:latin typeface="Calibri"/>
                <a:ea typeface="Calibri"/>
              </a:rPr>
              <a:t>hence making system </a:t>
            </a:r>
            <a:r>
              <a:rPr b="1" lang="en-US" sz="1800" spc="-1" strike="noStrike">
                <a:solidFill>
                  <a:schemeClr val="dk1"/>
                </a:solidFill>
                <a:latin typeface="Calibri"/>
                <a:ea typeface="Calibri"/>
              </a:rPr>
              <a:t>maintainable,  efficient and code reusable</a:t>
            </a:r>
            <a:endParaRPr b="0" lang="en-US" sz="1800" spc="-1" strike="noStrike">
              <a:solidFill>
                <a:srgbClr val="000000"/>
              </a:solidFill>
              <a:latin typeface="Arial"/>
            </a:endParaRPr>
          </a:p>
          <a:p>
            <a:pPr lvl="3" marL="864000" indent="-216000" algn="just">
              <a:lnSpc>
                <a:spcPct val="150000"/>
              </a:lnSpc>
              <a:buClr>
                <a:srgbClr val="000000"/>
              </a:buClr>
              <a:buFont typeface="Arial"/>
              <a:buChar char="•"/>
              <a:tabLst>
                <a:tab algn="l" pos="0"/>
              </a:tabLst>
            </a:pPr>
            <a:r>
              <a:rPr b="1" lang="en-US" sz="1800" spc="-1" strike="noStrike">
                <a:solidFill>
                  <a:schemeClr val="dk1"/>
                </a:solidFill>
                <a:latin typeface="Calibri"/>
                <a:ea typeface="Calibri"/>
              </a:rPr>
              <a:t>  </a:t>
            </a:r>
            <a:r>
              <a:rPr b="1" lang="en-US" sz="1800" spc="-1" strike="noStrike">
                <a:solidFill>
                  <a:schemeClr val="dk1"/>
                </a:solidFill>
                <a:latin typeface="Calibri"/>
                <a:ea typeface="Calibri"/>
              </a:rPr>
              <a:t>Example: Inheritance, Composition, aggregation, association</a:t>
            </a:r>
            <a:endParaRPr b="0" lang="en-US" sz="1800" spc="-1" strike="noStrike">
              <a:solidFill>
                <a:srgbClr val="000000"/>
              </a:solidFill>
              <a:latin typeface="Arial"/>
            </a:endParaRPr>
          </a:p>
          <a:p>
            <a:pPr algn="just">
              <a:lnSpc>
                <a:spcPct val="150000"/>
              </a:lnSpc>
              <a:tabLst>
                <a:tab algn="l" pos="0"/>
              </a:tabLst>
            </a:pPr>
            <a:endParaRPr b="0" lang="en-US" sz="1800" spc="-1" strike="noStrike">
              <a:solidFill>
                <a:srgbClr val="000000"/>
              </a:solidFill>
              <a:latin typeface="Arial"/>
            </a:endParaRPr>
          </a:p>
        </p:txBody>
      </p:sp>
      <p:pic>
        <p:nvPicPr>
          <p:cNvPr id="289" name="Google Shape;447;p68" descr=""/>
          <p:cNvPicPr/>
          <p:nvPr/>
        </p:nvPicPr>
        <p:blipFill>
          <a:blip r:embed="rId1"/>
          <a:stretch/>
        </p:blipFill>
        <p:spPr>
          <a:xfrm>
            <a:off x="8382240" y="0"/>
            <a:ext cx="754560" cy="1287360"/>
          </a:xfrm>
          <a:prstGeom prst="rect">
            <a:avLst/>
          </a:prstGeom>
          <a:ln w="0">
            <a:noFill/>
          </a:ln>
        </p:spPr>
      </p:pic>
      <p:sp>
        <p:nvSpPr>
          <p:cNvPr id="290" name="Google Shape;448;p68"/>
          <p:cNvSpPr/>
          <p:nvPr/>
        </p:nvSpPr>
        <p:spPr>
          <a:xfrm>
            <a:off x="237600" y="4259520"/>
            <a:ext cx="8598600" cy="207108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0" lang="en-US" sz="2000" spc="-1" strike="noStrike">
                <a:solidFill>
                  <a:srgbClr val="24292e"/>
                </a:solidFill>
                <a:latin typeface="Times New Roman"/>
                <a:ea typeface="Times New Roman"/>
              </a:rPr>
              <a:t>Low coupling is an evaluative pattern that dictates how to assign responsibilities to support</a:t>
            </a:r>
            <a:endParaRPr b="0" lang="en-US" sz="2000" spc="-1" strike="noStrike">
              <a:solidFill>
                <a:srgbClr val="000000"/>
              </a:solidFill>
              <a:latin typeface="Arial"/>
            </a:endParaRPr>
          </a:p>
          <a:p>
            <a:pPr marL="216000" indent="-127080">
              <a:lnSpc>
                <a:spcPct val="100000"/>
              </a:lnSpc>
              <a:spcBef>
                <a:spcPts val="1199"/>
              </a:spcBef>
              <a:buClr>
                <a:srgbClr val="000000"/>
              </a:buClr>
              <a:buFont typeface="Arial"/>
              <a:buChar char="•"/>
              <a:tabLst>
                <a:tab algn="l" pos="0"/>
              </a:tabLst>
            </a:pPr>
            <a:r>
              <a:rPr b="0" lang="en-US" sz="2000" spc="-1" strike="noStrike">
                <a:solidFill>
                  <a:srgbClr val="24292e"/>
                </a:solidFill>
                <a:latin typeface="Times New Roman"/>
                <a:ea typeface="Times New Roman"/>
              </a:rPr>
              <a:t>lower dependency between the classes</a:t>
            </a:r>
            <a:endParaRPr b="0" lang="en-US" sz="2000" spc="-1" strike="noStrike">
              <a:solidFill>
                <a:srgbClr val="000000"/>
              </a:solidFill>
              <a:latin typeface="Arial"/>
            </a:endParaRPr>
          </a:p>
          <a:p>
            <a:pPr marL="216000" indent="-127080">
              <a:lnSpc>
                <a:spcPct val="100000"/>
              </a:lnSpc>
              <a:spcBef>
                <a:spcPts val="1199"/>
              </a:spcBef>
              <a:buClr>
                <a:srgbClr val="000000"/>
              </a:buClr>
              <a:buFont typeface="Arial"/>
              <a:buChar char="•"/>
              <a:tabLst>
                <a:tab algn="l" pos="0"/>
              </a:tabLst>
            </a:pPr>
            <a:r>
              <a:rPr b="0" lang="en-US" sz="2000" spc="-1" strike="noStrike">
                <a:solidFill>
                  <a:srgbClr val="24292e"/>
                </a:solidFill>
                <a:latin typeface="Times New Roman"/>
                <a:ea typeface="Times New Roman"/>
              </a:rPr>
              <a:t>change in one class having a lower impact on other classes</a:t>
            </a:r>
            <a:endParaRPr b="0" lang="en-US" sz="2000" spc="-1" strike="noStrike">
              <a:solidFill>
                <a:srgbClr val="000000"/>
              </a:solidFill>
              <a:latin typeface="Arial"/>
            </a:endParaRPr>
          </a:p>
          <a:p>
            <a:pPr marL="216000" indent="-127080">
              <a:lnSpc>
                <a:spcPct val="100000"/>
              </a:lnSpc>
              <a:spcBef>
                <a:spcPts val="1199"/>
              </a:spcBef>
              <a:buClr>
                <a:srgbClr val="000000"/>
              </a:buClr>
              <a:buFont typeface="Arial"/>
              <a:buChar char="•"/>
              <a:tabLst>
                <a:tab algn="l" pos="0"/>
              </a:tabLst>
            </a:pPr>
            <a:r>
              <a:rPr b="0" lang="en-US" sz="2000" spc="-1" strike="noStrike">
                <a:solidFill>
                  <a:srgbClr val="24292e"/>
                </a:solidFill>
                <a:latin typeface="Times New Roman"/>
                <a:ea typeface="Times New Roman"/>
              </a:rPr>
              <a:t>higher reuse potential</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292" name="Google Shape;455;p22"/>
          <p:cNvCxnSpPr/>
          <p:nvPr/>
        </p:nvCxnSpPr>
        <p:spPr>
          <a:xfrm>
            <a:off x="5760" y="1252440"/>
            <a:ext cx="6226200" cy="1080"/>
          </a:xfrm>
          <a:prstGeom prst="straightConnector1">
            <a:avLst/>
          </a:prstGeom>
          <a:ln w="38100">
            <a:solidFill>
              <a:srgbClr val="c55a11"/>
            </a:solidFill>
            <a:miter/>
          </a:ln>
        </p:spPr>
      </p:cxnSp>
      <p:sp>
        <p:nvSpPr>
          <p:cNvPr id="293" name="Google Shape;456;p22"/>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Low Coupling </a:t>
            </a:r>
            <a:r>
              <a:rPr b="1" lang="en-US" sz="2200" spc="-1" strike="noStrike">
                <a:solidFill>
                  <a:srgbClr val="c55a11"/>
                </a:solidFill>
                <a:latin typeface="Calibri"/>
                <a:ea typeface="Calibri"/>
              </a:rPr>
              <a:t>contd..</a:t>
            </a:r>
            <a:endParaRPr b="0" lang="en-US" sz="2200" spc="-1" strike="noStrike">
              <a:solidFill>
                <a:srgbClr val="000000"/>
              </a:solidFill>
              <a:latin typeface="Arial"/>
            </a:endParaRPr>
          </a:p>
        </p:txBody>
      </p:sp>
      <p:sp>
        <p:nvSpPr>
          <p:cNvPr id="294" name="Google Shape;457;p22"/>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a:t>
            </a:r>
            <a:endParaRPr b="0" lang="en-US" sz="2400" spc="-1" strike="noStrike">
              <a:solidFill>
                <a:srgbClr val="000000"/>
              </a:solidFill>
              <a:latin typeface="Arial"/>
            </a:endParaRPr>
          </a:p>
        </p:txBody>
      </p:sp>
      <p:sp>
        <p:nvSpPr>
          <p:cNvPr id="295" name="Google Shape;458;p22"/>
          <p:cNvSpPr/>
          <p:nvPr/>
        </p:nvSpPr>
        <p:spPr>
          <a:xfrm>
            <a:off x="151200" y="1409760"/>
            <a:ext cx="8685720" cy="3340440"/>
          </a:xfrm>
          <a:prstGeom prst="rect">
            <a:avLst/>
          </a:prstGeom>
          <a:noFill/>
          <a:ln w="0">
            <a:noFill/>
          </a:ln>
        </p:spPr>
        <p:style>
          <a:lnRef idx="0"/>
          <a:fillRef idx="0"/>
          <a:effectRef idx="0"/>
          <a:fontRef idx="minor"/>
        </p:style>
        <p:txBody>
          <a:bodyPr lIns="90000" rIns="90000" tIns="45000" bIns="45000" anchor="t">
            <a:spAutoFit/>
          </a:bodyPr>
          <a:p>
            <a:pPr marL="352440" indent="-343080" algn="just">
              <a:lnSpc>
                <a:spcPct val="100000"/>
              </a:lnSpc>
              <a:buClr>
                <a:srgbClr val="000000"/>
              </a:buClr>
              <a:buFont typeface="Noto Sans Symbols"/>
              <a:buChar char="▪"/>
            </a:pPr>
            <a:r>
              <a:rPr b="0" lang="en-US" sz="1800" spc="-1" strike="noStrike">
                <a:solidFill>
                  <a:schemeClr val="dk1"/>
                </a:solidFill>
                <a:latin typeface="Calibri"/>
                <a:ea typeface="Calibri"/>
              </a:rPr>
              <a:t>A class with high coupling leads to problems:</a:t>
            </a:r>
            <a:endParaRPr b="0" lang="en-US" sz="1800" spc="-1" strike="noStrike">
              <a:solidFill>
                <a:srgbClr val="000000"/>
              </a:solidFill>
              <a:latin typeface="Arial"/>
            </a:endParaRPr>
          </a:p>
          <a:p>
            <a:pPr marL="352440" indent="-343080" algn="just">
              <a:lnSpc>
                <a:spcPct val="100000"/>
              </a:lnSpc>
              <a:spcBef>
                <a:spcPts val="799"/>
              </a:spcBef>
              <a:tabLst>
                <a:tab algn="l" pos="0"/>
              </a:tabLst>
            </a:pPr>
            <a:r>
              <a:rPr b="0" lang="en-US" sz="1800" spc="-1" strike="noStrike">
                <a:solidFill>
                  <a:schemeClr val="dk1"/>
                </a:solidFill>
                <a:latin typeface="Calibri"/>
                <a:ea typeface="Calibri"/>
              </a:rPr>
              <a:t>	</a:t>
            </a:r>
            <a:r>
              <a:rPr b="0" lang="en-US" sz="1800" spc="-1" strike="noStrike">
                <a:solidFill>
                  <a:schemeClr val="dk1"/>
                </a:solidFill>
                <a:latin typeface="Calibri"/>
                <a:ea typeface="Calibri"/>
              </a:rPr>
              <a:t>	</a:t>
            </a:r>
            <a:r>
              <a:rPr b="0" lang="en-US" sz="1800" spc="-1" strike="noStrike">
                <a:solidFill>
                  <a:schemeClr val="dk1"/>
                </a:solidFill>
                <a:latin typeface="Calibri"/>
                <a:ea typeface="Calibri"/>
              </a:rPr>
              <a:t>Changes in related classes force local changes</a:t>
            </a:r>
            <a:endParaRPr b="0" lang="en-US" sz="1800" spc="-1" strike="noStrike">
              <a:solidFill>
                <a:srgbClr val="000000"/>
              </a:solidFill>
              <a:latin typeface="Arial"/>
            </a:endParaRPr>
          </a:p>
          <a:p>
            <a:pPr marL="352440" indent="-343080" algn="just">
              <a:lnSpc>
                <a:spcPct val="100000"/>
              </a:lnSpc>
              <a:spcBef>
                <a:spcPts val="799"/>
              </a:spcBef>
              <a:tabLst>
                <a:tab algn="l" pos="0"/>
              </a:tabLst>
            </a:pPr>
            <a:r>
              <a:rPr b="0" lang="en-US" sz="1800" spc="-1" strike="noStrike">
                <a:solidFill>
                  <a:schemeClr val="dk1"/>
                </a:solidFill>
                <a:latin typeface="Calibri"/>
                <a:ea typeface="Calibri"/>
              </a:rPr>
              <a:t>	</a:t>
            </a:r>
            <a:r>
              <a:rPr b="0" lang="en-US" sz="1800" spc="-1" strike="noStrike">
                <a:solidFill>
                  <a:schemeClr val="dk1"/>
                </a:solidFill>
                <a:latin typeface="Calibri"/>
                <a:ea typeface="Calibri"/>
              </a:rPr>
              <a:t>	</a:t>
            </a:r>
            <a:r>
              <a:rPr b="0" lang="en-US" sz="1800" spc="-1" strike="noStrike">
                <a:solidFill>
                  <a:schemeClr val="dk1"/>
                </a:solidFill>
                <a:latin typeface="Calibri"/>
                <a:ea typeface="Calibri"/>
              </a:rPr>
              <a:t>Harder to understand in isolation</a:t>
            </a:r>
            <a:endParaRPr b="0" lang="en-US" sz="1800" spc="-1" strike="noStrike">
              <a:solidFill>
                <a:srgbClr val="000000"/>
              </a:solidFill>
              <a:latin typeface="Arial"/>
            </a:endParaRPr>
          </a:p>
          <a:p>
            <a:pPr marL="352440" indent="-343080" algn="just">
              <a:lnSpc>
                <a:spcPct val="100000"/>
              </a:lnSpc>
              <a:spcBef>
                <a:spcPts val="799"/>
              </a:spcBef>
              <a:tabLst>
                <a:tab algn="l" pos="0"/>
              </a:tabLst>
            </a:pPr>
            <a:r>
              <a:rPr b="0" lang="en-US" sz="1800" spc="-1" strike="noStrike">
                <a:solidFill>
                  <a:schemeClr val="dk1"/>
                </a:solidFill>
                <a:latin typeface="Calibri"/>
                <a:ea typeface="Calibri"/>
              </a:rPr>
              <a:t>	</a:t>
            </a:r>
            <a:r>
              <a:rPr b="0" lang="en-US" sz="1800" spc="-1" strike="noStrike">
                <a:solidFill>
                  <a:schemeClr val="dk1"/>
                </a:solidFill>
                <a:latin typeface="Calibri"/>
                <a:ea typeface="Calibri"/>
              </a:rPr>
              <a:t>	</a:t>
            </a:r>
            <a:r>
              <a:rPr b="0" lang="en-US" sz="1800" spc="-1" strike="noStrike">
                <a:solidFill>
                  <a:schemeClr val="dk1"/>
                </a:solidFill>
                <a:latin typeface="Calibri"/>
                <a:ea typeface="Calibri"/>
              </a:rPr>
              <a:t>Harder to reuse</a:t>
            </a:r>
            <a:endParaRPr b="0" lang="en-US" sz="1800" spc="-1" strike="noStrike">
              <a:solidFill>
                <a:srgbClr val="000000"/>
              </a:solidFill>
              <a:latin typeface="Arial"/>
            </a:endParaRPr>
          </a:p>
          <a:p>
            <a:pPr marL="352440" indent="-343080" algn="just">
              <a:lnSpc>
                <a:spcPct val="150000"/>
              </a:lnSpc>
              <a:spcBef>
                <a:spcPts val="799"/>
              </a:spcBef>
              <a:buClr>
                <a:srgbClr val="000000"/>
              </a:buClr>
              <a:buFont typeface="Noto Sans Symbols"/>
              <a:buChar char="▪"/>
              <a:tabLst>
                <a:tab algn="l" pos="0"/>
              </a:tabLst>
            </a:pPr>
            <a:r>
              <a:rPr b="0" lang="en-US" sz="1800" spc="-1" strike="noStrike">
                <a:solidFill>
                  <a:schemeClr val="dk1"/>
                </a:solidFill>
                <a:latin typeface="Calibri"/>
                <a:ea typeface="Calibri"/>
              </a:rPr>
              <a:t>Low Coupling – How can we reduce the impact of change in  depended elements on dependent elements? </a:t>
            </a:r>
            <a:r>
              <a:rPr b="1" lang="en-US" sz="1800" spc="-1" strike="noStrike">
                <a:solidFill>
                  <a:schemeClr val="dk1"/>
                </a:solidFill>
                <a:latin typeface="Calibri"/>
                <a:ea typeface="Calibri"/>
              </a:rPr>
              <a:t>Assign responsibilities so that coupling remains low.</a:t>
            </a:r>
            <a:endParaRPr b="0" lang="en-US" sz="1800" spc="-1" strike="noStrike">
              <a:solidFill>
                <a:srgbClr val="000000"/>
              </a:solidFill>
              <a:latin typeface="Arial"/>
            </a:endParaRPr>
          </a:p>
          <a:p>
            <a:pPr marL="352440" indent="-343080" algn="just">
              <a:lnSpc>
                <a:spcPct val="150000"/>
              </a:lnSpc>
              <a:spcBef>
                <a:spcPts val="799"/>
              </a:spcBef>
              <a:buClr>
                <a:srgbClr val="000000"/>
              </a:buClr>
              <a:buFont typeface="Noto Sans Symbols"/>
              <a:buChar char="▪"/>
              <a:tabLst>
                <a:tab algn="l" pos="0"/>
              </a:tabLst>
            </a:pPr>
            <a:r>
              <a:rPr b="0" lang="en-US" sz="1800" spc="-1" strike="noStrike">
                <a:solidFill>
                  <a:schemeClr val="dk1"/>
                </a:solidFill>
                <a:latin typeface="Calibri"/>
                <a:ea typeface="Calibri"/>
              </a:rPr>
              <a:t>Two</a:t>
            </a:r>
            <a:r>
              <a:rPr b="1" lang="en-US" sz="1800" spc="-1" strike="noStrike">
                <a:solidFill>
                  <a:schemeClr val="dk1"/>
                </a:solidFill>
                <a:latin typeface="Calibri"/>
                <a:ea typeface="Calibri"/>
              </a:rPr>
              <a:t> elements are coupled</a:t>
            </a:r>
            <a:r>
              <a:rPr b="0" lang="en-US" sz="1800" spc="-1" strike="noStrike">
                <a:solidFill>
                  <a:schemeClr val="dk1"/>
                </a:solidFill>
                <a:latin typeface="Calibri"/>
                <a:ea typeface="Calibri"/>
              </a:rPr>
              <a:t>, if – One element has aggregation/composition association with another element. – One element implements/extends other element</a:t>
            </a:r>
            <a:endParaRPr b="0" lang="en-US" sz="1800" spc="-1" strike="noStrike">
              <a:solidFill>
                <a:srgbClr val="000000"/>
              </a:solidFill>
              <a:latin typeface="Arial"/>
            </a:endParaRPr>
          </a:p>
        </p:txBody>
      </p:sp>
      <p:pic>
        <p:nvPicPr>
          <p:cNvPr id="296" name="Google Shape;459;p22" descr=""/>
          <p:cNvPicPr/>
          <p:nvPr/>
        </p:nvPicPr>
        <p:blipFill>
          <a:blip r:embed="rId1"/>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298" name="Google Shape;466;p69"/>
          <p:cNvCxnSpPr/>
          <p:nvPr/>
        </p:nvCxnSpPr>
        <p:spPr>
          <a:xfrm>
            <a:off x="5760" y="1252440"/>
            <a:ext cx="6226200" cy="1080"/>
          </a:xfrm>
          <a:prstGeom prst="straightConnector1">
            <a:avLst/>
          </a:prstGeom>
          <a:ln w="38100">
            <a:solidFill>
              <a:srgbClr val="c55a11"/>
            </a:solidFill>
            <a:miter/>
          </a:ln>
        </p:spPr>
      </p:cxnSp>
      <p:sp>
        <p:nvSpPr>
          <p:cNvPr id="299" name="Google Shape;467;p69"/>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Low Coupling </a:t>
            </a:r>
            <a:r>
              <a:rPr b="1" lang="en-US" sz="2200" spc="-1" strike="noStrike">
                <a:solidFill>
                  <a:srgbClr val="c55a11"/>
                </a:solidFill>
                <a:latin typeface="Calibri"/>
                <a:ea typeface="Calibri"/>
              </a:rPr>
              <a:t>contd..</a:t>
            </a:r>
            <a:endParaRPr b="0" lang="en-US" sz="2200" spc="-1" strike="noStrike">
              <a:solidFill>
                <a:srgbClr val="000000"/>
              </a:solidFill>
              <a:latin typeface="Arial"/>
            </a:endParaRPr>
          </a:p>
        </p:txBody>
      </p:sp>
      <p:sp>
        <p:nvSpPr>
          <p:cNvPr id="300" name="Google Shape;468;p69"/>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a:t>
            </a:r>
            <a:endParaRPr b="0" lang="en-US" sz="2400" spc="-1" strike="noStrike">
              <a:solidFill>
                <a:srgbClr val="000000"/>
              </a:solidFill>
              <a:latin typeface="Arial"/>
            </a:endParaRPr>
          </a:p>
        </p:txBody>
      </p:sp>
      <p:pic>
        <p:nvPicPr>
          <p:cNvPr id="301" name="Google Shape;469;p69" descr=""/>
          <p:cNvPicPr/>
          <p:nvPr/>
        </p:nvPicPr>
        <p:blipFill>
          <a:blip r:embed="rId1"/>
          <a:stretch/>
        </p:blipFill>
        <p:spPr>
          <a:xfrm>
            <a:off x="8382240" y="0"/>
            <a:ext cx="754560" cy="1287360"/>
          </a:xfrm>
          <a:prstGeom prst="rect">
            <a:avLst/>
          </a:prstGeom>
          <a:ln w="0">
            <a:noFill/>
          </a:ln>
        </p:spPr>
      </p:pic>
      <p:sp>
        <p:nvSpPr>
          <p:cNvPr id="302" name="Google Shape;470;p69"/>
          <p:cNvSpPr/>
          <p:nvPr/>
        </p:nvSpPr>
        <p:spPr>
          <a:xfrm>
            <a:off x="127080" y="1515960"/>
            <a:ext cx="8566200" cy="28332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000" spc="-1" strike="noStrike">
                <a:solidFill>
                  <a:srgbClr val="24292e"/>
                </a:solidFill>
                <a:latin typeface="Times New Roman"/>
                <a:ea typeface="Times New Roman"/>
              </a:rPr>
              <a:t>Assign a responsibility so that coupling remains low.</a:t>
            </a:r>
            <a:endParaRPr b="0" lang="en-US" sz="2000" spc="-1" strike="noStrike">
              <a:solidFill>
                <a:srgbClr val="000000"/>
              </a:solidFill>
              <a:latin typeface="Arial"/>
            </a:endParaRPr>
          </a:p>
          <a:p>
            <a:pPr>
              <a:lnSpc>
                <a:spcPct val="100000"/>
              </a:lnSpc>
              <a:spcBef>
                <a:spcPts val="1199"/>
              </a:spcBef>
              <a:tabLst>
                <a:tab algn="l" pos="0"/>
              </a:tabLst>
            </a:pPr>
            <a:r>
              <a:rPr b="0" lang="en-US" sz="2000" spc="-1" strike="noStrike">
                <a:solidFill>
                  <a:srgbClr val="24292e"/>
                </a:solidFill>
                <a:latin typeface="Times New Roman"/>
                <a:ea typeface="Times New Roman"/>
              </a:rPr>
              <a:t>A class, for example, with high (or strong) coupling relies on many other classes. Such classes may be undesirable; some suffer from the following problems:</a:t>
            </a:r>
            <a:endParaRPr b="0" lang="en-US" sz="2000" spc="-1" strike="noStrike">
              <a:solidFill>
                <a:srgbClr val="000000"/>
              </a:solidFill>
              <a:latin typeface="Arial"/>
            </a:endParaRPr>
          </a:p>
          <a:p>
            <a:pPr marL="216000" indent="-127080">
              <a:lnSpc>
                <a:spcPct val="100000"/>
              </a:lnSpc>
              <a:spcBef>
                <a:spcPts val="1199"/>
              </a:spcBef>
              <a:buClr>
                <a:srgbClr val="000000"/>
              </a:buClr>
              <a:buFont typeface="Arial"/>
              <a:buChar char="•"/>
              <a:tabLst>
                <a:tab algn="l" pos="0"/>
              </a:tabLst>
            </a:pPr>
            <a:r>
              <a:rPr b="0" lang="en-US" sz="2000" spc="-1" strike="noStrike">
                <a:solidFill>
                  <a:srgbClr val="24292e"/>
                </a:solidFill>
                <a:latin typeface="Times New Roman"/>
                <a:ea typeface="Times New Roman"/>
              </a:rPr>
              <a:t>Forced local changes because of changes in related classes.</a:t>
            </a:r>
            <a:endParaRPr b="0" lang="en-US" sz="2000" spc="-1" strike="noStrike">
              <a:solidFill>
                <a:srgbClr val="000000"/>
              </a:solidFill>
              <a:latin typeface="Arial"/>
            </a:endParaRPr>
          </a:p>
          <a:p>
            <a:pPr marL="216000" indent="-127080">
              <a:lnSpc>
                <a:spcPct val="100000"/>
              </a:lnSpc>
              <a:spcBef>
                <a:spcPts val="1199"/>
              </a:spcBef>
              <a:buClr>
                <a:srgbClr val="000000"/>
              </a:buClr>
              <a:buFont typeface="Arial"/>
              <a:buChar char="•"/>
              <a:tabLst>
                <a:tab algn="l" pos="0"/>
              </a:tabLst>
            </a:pPr>
            <a:r>
              <a:rPr b="0" lang="en-US" sz="2000" spc="-1" strike="noStrike">
                <a:solidFill>
                  <a:srgbClr val="24292e"/>
                </a:solidFill>
                <a:latin typeface="Times New Roman"/>
                <a:ea typeface="Times New Roman"/>
              </a:rPr>
              <a:t>Harder to understand in isolation.</a:t>
            </a:r>
            <a:endParaRPr b="0" lang="en-US" sz="2000" spc="-1" strike="noStrike">
              <a:solidFill>
                <a:srgbClr val="000000"/>
              </a:solidFill>
              <a:latin typeface="Arial"/>
            </a:endParaRPr>
          </a:p>
          <a:p>
            <a:pPr marL="216000" indent="-127080">
              <a:lnSpc>
                <a:spcPct val="100000"/>
              </a:lnSpc>
              <a:spcBef>
                <a:spcPts val="1199"/>
              </a:spcBef>
              <a:buClr>
                <a:srgbClr val="000000"/>
              </a:buClr>
              <a:buFont typeface="Arial"/>
              <a:buChar char="•"/>
              <a:tabLst>
                <a:tab algn="l" pos="0"/>
              </a:tabLst>
            </a:pPr>
            <a:r>
              <a:rPr b="0" lang="en-US" sz="2000" spc="-1" strike="noStrike">
                <a:solidFill>
                  <a:srgbClr val="24292e"/>
                </a:solidFill>
                <a:latin typeface="Times New Roman"/>
                <a:ea typeface="Times New Roman"/>
              </a:rPr>
              <a:t>Harder to reuse because its use requires the additional presence of the classes on which it is dependent.</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304" name="Google Shape;477;p70"/>
          <p:cNvCxnSpPr/>
          <p:nvPr/>
        </p:nvCxnSpPr>
        <p:spPr>
          <a:xfrm>
            <a:off x="5760" y="1252440"/>
            <a:ext cx="6226200" cy="1080"/>
          </a:xfrm>
          <a:prstGeom prst="straightConnector1">
            <a:avLst/>
          </a:prstGeom>
          <a:ln w="38100">
            <a:solidFill>
              <a:srgbClr val="c55a11"/>
            </a:solidFill>
            <a:miter/>
          </a:ln>
        </p:spPr>
      </p:cxnSp>
      <p:sp>
        <p:nvSpPr>
          <p:cNvPr id="305" name="Google Shape;478;p70"/>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Low Coupling </a:t>
            </a:r>
            <a:r>
              <a:rPr b="1" lang="en-US" sz="2200" spc="-1" strike="noStrike">
                <a:solidFill>
                  <a:srgbClr val="c55a11"/>
                </a:solidFill>
                <a:latin typeface="Calibri"/>
                <a:ea typeface="Calibri"/>
              </a:rPr>
              <a:t>contd..</a:t>
            </a:r>
            <a:endParaRPr b="0" lang="en-US" sz="2200" spc="-1" strike="noStrike">
              <a:solidFill>
                <a:srgbClr val="000000"/>
              </a:solidFill>
              <a:latin typeface="Arial"/>
            </a:endParaRPr>
          </a:p>
        </p:txBody>
      </p:sp>
      <p:sp>
        <p:nvSpPr>
          <p:cNvPr id="306" name="Google Shape;479;p70"/>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a:t>
            </a:r>
            <a:endParaRPr b="0" lang="en-US" sz="2400" spc="-1" strike="noStrike">
              <a:solidFill>
                <a:srgbClr val="000000"/>
              </a:solidFill>
              <a:latin typeface="Arial"/>
            </a:endParaRPr>
          </a:p>
        </p:txBody>
      </p:sp>
      <p:pic>
        <p:nvPicPr>
          <p:cNvPr id="307" name="Google Shape;480;p70" descr=""/>
          <p:cNvPicPr/>
          <p:nvPr/>
        </p:nvPicPr>
        <p:blipFill>
          <a:blip r:embed="rId1"/>
          <a:stretch/>
        </p:blipFill>
        <p:spPr>
          <a:xfrm>
            <a:off x="8382240" y="0"/>
            <a:ext cx="754560" cy="1287360"/>
          </a:xfrm>
          <a:prstGeom prst="rect">
            <a:avLst/>
          </a:prstGeom>
          <a:ln w="0">
            <a:noFill/>
          </a:ln>
        </p:spPr>
      </p:pic>
      <p:sp>
        <p:nvSpPr>
          <p:cNvPr id="308" name="Google Shape;481;p70"/>
          <p:cNvSpPr/>
          <p:nvPr/>
        </p:nvSpPr>
        <p:spPr>
          <a:xfrm>
            <a:off x="224280" y="1381320"/>
            <a:ext cx="8438760" cy="48150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000" spc="-1" strike="noStrike">
                <a:solidFill>
                  <a:srgbClr val="24292e"/>
                </a:solidFill>
                <a:latin typeface="Times New Roman"/>
                <a:ea typeface="Times New Roman"/>
              </a:rPr>
              <a:t>Good to know below are some key points about low coupling</a:t>
            </a:r>
            <a:endParaRPr b="0" lang="en-US" sz="2000" spc="-1" strike="noStrike">
              <a:solidFill>
                <a:srgbClr val="000000"/>
              </a:solidFill>
              <a:latin typeface="Arial"/>
            </a:endParaRPr>
          </a:p>
          <a:p>
            <a:pPr marL="216000" indent="-127080">
              <a:lnSpc>
                <a:spcPct val="100000"/>
              </a:lnSpc>
              <a:spcBef>
                <a:spcPts val="1199"/>
              </a:spcBef>
              <a:buClr>
                <a:srgbClr val="000000"/>
              </a:buClr>
              <a:buFont typeface="Arial"/>
              <a:buChar char="•"/>
              <a:tabLst>
                <a:tab algn="l" pos="0"/>
              </a:tabLst>
            </a:pPr>
            <a:r>
              <a:rPr b="0" lang="en-US" sz="2000" spc="-1" strike="noStrike">
                <a:solidFill>
                  <a:srgbClr val="24292e"/>
                </a:solidFill>
                <a:latin typeface="Times New Roman"/>
                <a:ea typeface="Times New Roman"/>
              </a:rPr>
              <a:t>Low dependencies between “artifacts” (classes, modules, components).</a:t>
            </a:r>
            <a:endParaRPr b="0" lang="en-US" sz="2000" spc="-1" strike="noStrike">
              <a:solidFill>
                <a:srgbClr val="000000"/>
              </a:solidFill>
              <a:latin typeface="Arial"/>
            </a:endParaRPr>
          </a:p>
          <a:p>
            <a:pPr marL="216000" indent="-127080">
              <a:lnSpc>
                <a:spcPct val="100000"/>
              </a:lnSpc>
              <a:spcBef>
                <a:spcPts val="1199"/>
              </a:spcBef>
              <a:buClr>
                <a:srgbClr val="000000"/>
              </a:buClr>
              <a:buFont typeface="Arial"/>
              <a:buChar char="•"/>
              <a:tabLst>
                <a:tab algn="l" pos="0"/>
              </a:tabLst>
            </a:pPr>
            <a:r>
              <a:rPr b="0" lang="en-US" sz="2000" spc="-1" strike="noStrike">
                <a:solidFill>
                  <a:srgbClr val="24292e"/>
                </a:solidFill>
                <a:latin typeface="Times New Roman"/>
                <a:ea typeface="Times New Roman"/>
              </a:rPr>
              <a:t>There shouldn’t be too much of dependency between the modules, even if there is a dependency it should be via the interfaces and should be minimal.</a:t>
            </a:r>
            <a:endParaRPr b="0" lang="en-US" sz="2000" spc="-1" strike="noStrike">
              <a:solidFill>
                <a:srgbClr val="000000"/>
              </a:solidFill>
              <a:latin typeface="Arial"/>
            </a:endParaRPr>
          </a:p>
          <a:p>
            <a:pPr marL="216000" indent="-127080">
              <a:lnSpc>
                <a:spcPct val="100000"/>
              </a:lnSpc>
              <a:spcBef>
                <a:spcPts val="1199"/>
              </a:spcBef>
              <a:buClr>
                <a:srgbClr val="000000"/>
              </a:buClr>
              <a:buFont typeface="Arial"/>
              <a:buChar char="•"/>
              <a:tabLst>
                <a:tab algn="l" pos="0"/>
              </a:tabLst>
            </a:pPr>
            <a:r>
              <a:rPr b="0" lang="en-US" sz="2000" spc="-1" strike="noStrike">
                <a:solidFill>
                  <a:srgbClr val="24292e"/>
                </a:solidFill>
                <a:latin typeface="Times New Roman"/>
                <a:ea typeface="Times New Roman"/>
              </a:rPr>
              <a:t>Avoid tight-coupling for collaboration between two classes (if one class wants to call the logic of a second class, then first class needs an object of second class it means the first class creates an object of the second class).</a:t>
            </a:r>
            <a:endParaRPr b="0" lang="en-US" sz="2000" spc="-1" strike="noStrike">
              <a:solidFill>
                <a:srgbClr val="000000"/>
              </a:solidFill>
              <a:latin typeface="Arial"/>
            </a:endParaRPr>
          </a:p>
          <a:p>
            <a:pPr marL="216000" indent="-127080">
              <a:lnSpc>
                <a:spcPct val="100000"/>
              </a:lnSpc>
              <a:spcBef>
                <a:spcPts val="1199"/>
              </a:spcBef>
              <a:buClr>
                <a:srgbClr val="000000"/>
              </a:buClr>
              <a:buFont typeface="Arial"/>
              <a:buChar char="•"/>
              <a:tabLst>
                <a:tab algn="l" pos="0"/>
              </a:tabLst>
            </a:pPr>
            <a:r>
              <a:rPr b="0" lang="en-US" sz="2000" spc="-1" strike="noStrike">
                <a:solidFill>
                  <a:srgbClr val="24292e"/>
                </a:solidFill>
                <a:latin typeface="Times New Roman"/>
                <a:ea typeface="Times New Roman"/>
              </a:rPr>
              <a:t>Strive for loosely coupled design between objects that interact.</a:t>
            </a:r>
            <a:endParaRPr b="0" lang="en-US" sz="2000" spc="-1" strike="noStrike">
              <a:solidFill>
                <a:srgbClr val="000000"/>
              </a:solidFill>
              <a:latin typeface="Arial"/>
            </a:endParaRPr>
          </a:p>
          <a:p>
            <a:pPr marL="216000" indent="-127080">
              <a:lnSpc>
                <a:spcPct val="100000"/>
              </a:lnSpc>
              <a:spcBef>
                <a:spcPts val="1199"/>
              </a:spcBef>
              <a:buClr>
                <a:srgbClr val="000000"/>
              </a:buClr>
              <a:buFont typeface="Arial"/>
              <a:buChar char="•"/>
              <a:tabLst>
                <a:tab algn="l" pos="0"/>
              </a:tabLst>
            </a:pPr>
            <a:r>
              <a:rPr b="0" lang="en-US" sz="2000" spc="-1" strike="noStrike">
                <a:solidFill>
                  <a:srgbClr val="24292e"/>
                </a:solidFill>
                <a:latin typeface="Times New Roman"/>
                <a:ea typeface="Times New Roman"/>
              </a:rPr>
              <a:t>Inversion Of Control (IoC) / Dependency Injection (DI) - With DI objects are given their dependencies at creation time by some third party (i.e. Java EE CDI, Spring DI…) that coordinates each object in the system. Objects aren’t expected to create or obtain their dependencies—dependencies are injected into the objects that need them. The key benefit of DI—loose coupling.</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310" name="Google Shape;488;p71"/>
          <p:cNvCxnSpPr/>
          <p:nvPr/>
        </p:nvCxnSpPr>
        <p:spPr>
          <a:xfrm>
            <a:off x="5760" y="1252440"/>
            <a:ext cx="6226200" cy="1080"/>
          </a:xfrm>
          <a:prstGeom prst="straightConnector1">
            <a:avLst/>
          </a:prstGeom>
          <a:ln w="38100">
            <a:solidFill>
              <a:srgbClr val="c55a11"/>
            </a:solidFill>
            <a:miter/>
          </a:ln>
        </p:spPr>
      </p:cxnSp>
      <p:sp>
        <p:nvSpPr>
          <p:cNvPr id="311" name="Google Shape;489;p71"/>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Low Coupling </a:t>
            </a:r>
            <a:r>
              <a:rPr b="1" lang="en-US" sz="2200" spc="-1" strike="noStrike">
                <a:solidFill>
                  <a:srgbClr val="c55a11"/>
                </a:solidFill>
                <a:latin typeface="Calibri"/>
                <a:ea typeface="Calibri"/>
              </a:rPr>
              <a:t>contd..</a:t>
            </a:r>
            <a:endParaRPr b="0" lang="en-US" sz="2200" spc="-1" strike="noStrike">
              <a:solidFill>
                <a:srgbClr val="000000"/>
              </a:solidFill>
              <a:latin typeface="Arial"/>
            </a:endParaRPr>
          </a:p>
        </p:txBody>
      </p:sp>
      <p:sp>
        <p:nvSpPr>
          <p:cNvPr id="312" name="Google Shape;490;p71"/>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pic>
        <p:nvPicPr>
          <p:cNvPr id="313" name="Google Shape;491;p71" descr=""/>
          <p:cNvPicPr/>
          <p:nvPr/>
        </p:nvPicPr>
        <p:blipFill>
          <a:blip r:embed="rId1"/>
          <a:stretch/>
        </p:blipFill>
        <p:spPr>
          <a:xfrm>
            <a:off x="8382240" y="0"/>
            <a:ext cx="754560" cy="1287360"/>
          </a:xfrm>
          <a:prstGeom prst="rect">
            <a:avLst/>
          </a:prstGeom>
          <a:ln w="0">
            <a:noFill/>
          </a:ln>
        </p:spPr>
      </p:pic>
      <p:pic>
        <p:nvPicPr>
          <p:cNvPr id="314" name="Google Shape;492;p71" descr=""/>
          <p:cNvPicPr/>
          <p:nvPr/>
        </p:nvPicPr>
        <p:blipFill>
          <a:blip r:embed="rId2"/>
          <a:stretch/>
        </p:blipFill>
        <p:spPr>
          <a:xfrm>
            <a:off x="541080" y="1769760"/>
            <a:ext cx="7352280" cy="287316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316" name="Google Shape;499;p72"/>
          <p:cNvCxnSpPr/>
          <p:nvPr/>
        </p:nvCxnSpPr>
        <p:spPr>
          <a:xfrm>
            <a:off x="5760" y="1252440"/>
            <a:ext cx="6226200" cy="1080"/>
          </a:xfrm>
          <a:prstGeom prst="straightConnector1">
            <a:avLst/>
          </a:prstGeom>
          <a:ln w="38100">
            <a:solidFill>
              <a:srgbClr val="c55a11"/>
            </a:solidFill>
            <a:miter/>
          </a:ln>
        </p:spPr>
      </p:cxnSp>
      <p:sp>
        <p:nvSpPr>
          <p:cNvPr id="317" name="Google Shape;500;p72"/>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Low Coupling </a:t>
            </a:r>
            <a:r>
              <a:rPr b="1" lang="en-US" sz="2200" spc="-1" strike="noStrike">
                <a:solidFill>
                  <a:srgbClr val="c55a11"/>
                </a:solidFill>
                <a:latin typeface="Calibri"/>
                <a:ea typeface="Calibri"/>
              </a:rPr>
              <a:t>contd..</a:t>
            </a:r>
            <a:endParaRPr b="0" lang="en-US" sz="2200" spc="-1" strike="noStrike">
              <a:solidFill>
                <a:srgbClr val="000000"/>
              </a:solidFill>
              <a:latin typeface="Arial"/>
            </a:endParaRPr>
          </a:p>
        </p:txBody>
      </p:sp>
      <p:sp>
        <p:nvSpPr>
          <p:cNvPr id="318" name="Google Shape;501;p72"/>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a:t>
            </a:r>
            <a:endParaRPr b="0" lang="en-US" sz="2400" spc="-1" strike="noStrike">
              <a:solidFill>
                <a:srgbClr val="000000"/>
              </a:solidFill>
              <a:latin typeface="Arial"/>
            </a:endParaRPr>
          </a:p>
        </p:txBody>
      </p:sp>
      <p:pic>
        <p:nvPicPr>
          <p:cNvPr id="319" name="Google Shape;502;p72" descr=""/>
          <p:cNvPicPr/>
          <p:nvPr/>
        </p:nvPicPr>
        <p:blipFill>
          <a:blip r:embed="rId1"/>
          <a:stretch/>
        </p:blipFill>
        <p:spPr>
          <a:xfrm>
            <a:off x="8382240" y="0"/>
            <a:ext cx="754560" cy="1287360"/>
          </a:xfrm>
          <a:prstGeom prst="rect">
            <a:avLst/>
          </a:prstGeom>
          <a:ln w="0">
            <a:noFill/>
          </a:ln>
        </p:spPr>
      </p:pic>
      <p:sp>
        <p:nvSpPr>
          <p:cNvPr id="320" name="Google Shape;503;p72"/>
          <p:cNvSpPr/>
          <p:nvPr/>
        </p:nvSpPr>
        <p:spPr>
          <a:xfrm>
            <a:off x="122040" y="1366560"/>
            <a:ext cx="4570920" cy="5207760"/>
          </a:xfrm>
          <a:prstGeom prst="rect">
            <a:avLst/>
          </a:prstGeom>
          <a:noFill/>
          <a:ln w="19050">
            <a:solidFill>
              <a:srgbClr val="000000"/>
            </a:solidFill>
            <a:round/>
          </a:ln>
        </p:spPr>
        <p:style>
          <a:lnRef idx="0"/>
          <a:fillRef idx="0"/>
          <a:effectRef idx="0"/>
          <a:fontRef idx="minor"/>
        </p:style>
        <p:txBody>
          <a:bodyPr lIns="90000" rIns="90000" tIns="45000" bIns="45000" anchor="t">
            <a:spAutoFit/>
          </a:bodyPr>
          <a:p>
            <a:pPr>
              <a:lnSpc>
                <a:spcPct val="100000"/>
              </a:lnSpc>
            </a:pPr>
            <a:r>
              <a:rPr b="0" lang="en-US" sz="1600" spc="-1" strike="noStrike">
                <a:solidFill>
                  <a:schemeClr val="dk1"/>
                </a:solidFill>
                <a:latin typeface="Calibri"/>
                <a:ea typeface="Calibri"/>
              </a:rPr>
              <a:t>// Vehicle interface to allow loose coupling implementation</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interface Vehicle {</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void move();</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Car class implements Vehicle interface</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class Car implements Vehicle {</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@Override</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public void move() {</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System.out.println("Car is moving");</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Bike class implements Vehicle interface</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class Bike implements Vehicle {</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@Override</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public void move() {</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System.out.println("Bike is moving");</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a:t>
            </a:r>
            <a:endParaRPr b="0" lang="en-US" sz="1600" spc="-1" strike="noStrike">
              <a:solidFill>
                <a:srgbClr val="000000"/>
              </a:solidFill>
              <a:latin typeface="Arial"/>
            </a:endParaRPr>
          </a:p>
        </p:txBody>
      </p:sp>
      <p:sp>
        <p:nvSpPr>
          <p:cNvPr id="321" name="Google Shape;504;p72"/>
          <p:cNvSpPr/>
          <p:nvPr/>
        </p:nvSpPr>
        <p:spPr>
          <a:xfrm>
            <a:off x="5466600" y="2396160"/>
            <a:ext cx="2993760" cy="3258000"/>
          </a:xfrm>
          <a:prstGeom prst="rect">
            <a:avLst/>
          </a:prstGeom>
          <a:noFill/>
          <a:ln w="19050">
            <a:solidFill>
              <a:srgbClr val="000000"/>
            </a:solidFill>
            <a:round/>
          </a:ln>
        </p:spPr>
        <p:style>
          <a:lnRef idx="0"/>
          <a:fillRef idx="0"/>
          <a:effectRef idx="0"/>
          <a:fontRef idx="minor"/>
        </p:style>
        <p:txBody>
          <a:bodyPr lIns="90000" rIns="90000" tIns="45000" bIns="45000" anchor="t">
            <a:spAutoFit/>
          </a:bodyPr>
          <a:p>
            <a:pPr>
              <a:lnSpc>
                <a:spcPct val="100000"/>
              </a:lnSpc>
            </a:pPr>
            <a:r>
              <a:rPr b="0" lang="en-US" sz="1600" spc="-1" strike="noStrike">
                <a:solidFill>
                  <a:schemeClr val="dk1"/>
                </a:solidFill>
                <a:latin typeface="Calibri"/>
                <a:ea typeface="Calibri"/>
              </a:rPr>
              <a:t>class Traveler {</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private Vehicle v;</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public Vehicle getV() {</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return v;</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public void setV(Vehicle v) {</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this.v = v;</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public void startJourney() {</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v.move();</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a:t>
            </a:r>
            <a:endParaRPr b="0" lang="en-US" sz="1600" spc="-1" strike="noStrike">
              <a:solidFill>
                <a:srgbClr val="000000"/>
              </a:solidFill>
              <a:latin typeface="Arial"/>
            </a:endParaRPr>
          </a:p>
        </p:txBody>
      </p:sp>
      <p:sp>
        <p:nvSpPr>
          <p:cNvPr id="322" name="Google Shape;505;p72"/>
          <p:cNvSpPr/>
          <p:nvPr/>
        </p:nvSpPr>
        <p:spPr>
          <a:xfrm>
            <a:off x="4800240" y="1805760"/>
            <a:ext cx="4326840" cy="516600"/>
          </a:xfrm>
          <a:prstGeom prst="rect">
            <a:avLst/>
          </a:prstGeom>
          <a:noFill/>
          <a:ln w="9525">
            <a:solidFill>
              <a:srgbClr val="4472c4"/>
            </a:solidFill>
            <a:round/>
          </a:ln>
        </p:spPr>
        <p:style>
          <a:lnRef idx="0"/>
          <a:fillRef idx="0"/>
          <a:effectRef idx="0"/>
          <a:fontRef idx="minor"/>
        </p:style>
        <p:txBody>
          <a:bodyPr lIns="90000" rIns="90000" tIns="45000" bIns="45000" anchor="t">
            <a:spAutoFit/>
          </a:bodyPr>
          <a:p>
            <a:pPr>
              <a:lnSpc>
                <a:spcPct val="100000"/>
              </a:lnSpc>
              <a:tabLst>
                <a:tab algn="l" pos="0"/>
              </a:tabLst>
            </a:pPr>
            <a:r>
              <a:rPr b="0" lang="en-US" sz="1400" spc="-1" strike="noStrike">
                <a:solidFill>
                  <a:schemeClr val="dk1"/>
                </a:solidFill>
                <a:latin typeface="Times New Roman"/>
                <a:ea typeface="Times New Roman"/>
              </a:rPr>
              <a:t>Now create a Traveler class which holds the reference to the Vehicle interface.</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Times New Roman"/>
                <a:ea typeface="Times New Roman"/>
              </a:rPr>
              <a:t> </a:t>
            </a:r>
            <a:endParaRPr b="0" lang="en-US" sz="4400" spc="-1" strike="noStrike">
              <a:solidFill>
                <a:srgbClr val="000000"/>
              </a:solidFill>
              <a:latin typeface="Arial"/>
            </a:endParaRPr>
          </a:p>
        </p:txBody>
      </p:sp>
      <p:cxnSp>
        <p:nvCxnSpPr>
          <p:cNvPr id="324" name="Google Shape;512;p73"/>
          <p:cNvCxnSpPr/>
          <p:nvPr/>
        </p:nvCxnSpPr>
        <p:spPr>
          <a:xfrm>
            <a:off x="5760" y="1252440"/>
            <a:ext cx="6226200" cy="1080"/>
          </a:xfrm>
          <a:prstGeom prst="straightConnector1">
            <a:avLst/>
          </a:prstGeom>
          <a:ln w="38100">
            <a:solidFill>
              <a:srgbClr val="c55a11"/>
            </a:solidFill>
            <a:miter/>
          </a:ln>
        </p:spPr>
      </p:cxnSp>
      <p:sp>
        <p:nvSpPr>
          <p:cNvPr id="325" name="Google Shape;513;p73"/>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Times New Roman"/>
                <a:ea typeface="Times New Roman"/>
              </a:rPr>
              <a:t>Low Coupling </a:t>
            </a:r>
            <a:r>
              <a:rPr b="1" lang="en-US" sz="2200" spc="-1" strike="noStrike">
                <a:solidFill>
                  <a:srgbClr val="c55a11"/>
                </a:solidFill>
                <a:latin typeface="Times New Roman"/>
                <a:ea typeface="Times New Roman"/>
              </a:rPr>
              <a:t>contd..</a:t>
            </a:r>
            <a:endParaRPr b="0" lang="en-US" sz="2200" spc="-1" strike="noStrike">
              <a:solidFill>
                <a:srgbClr val="000000"/>
              </a:solidFill>
              <a:latin typeface="Arial"/>
            </a:endParaRPr>
          </a:p>
        </p:txBody>
      </p:sp>
      <p:sp>
        <p:nvSpPr>
          <p:cNvPr id="326" name="Google Shape;514;p73"/>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 </a:t>
            </a:r>
            <a:endParaRPr b="0" lang="en-US" sz="2400" spc="-1" strike="noStrike">
              <a:solidFill>
                <a:srgbClr val="000000"/>
              </a:solidFill>
              <a:latin typeface="Arial"/>
            </a:endParaRPr>
          </a:p>
        </p:txBody>
      </p:sp>
      <p:pic>
        <p:nvPicPr>
          <p:cNvPr id="327" name="Google Shape;515;p73" descr=""/>
          <p:cNvPicPr/>
          <p:nvPr/>
        </p:nvPicPr>
        <p:blipFill>
          <a:blip r:embed="rId1"/>
          <a:stretch/>
        </p:blipFill>
        <p:spPr>
          <a:xfrm>
            <a:off x="8382240" y="0"/>
            <a:ext cx="754560" cy="1287360"/>
          </a:xfrm>
          <a:prstGeom prst="rect">
            <a:avLst/>
          </a:prstGeom>
          <a:ln w="0">
            <a:noFill/>
          </a:ln>
        </p:spPr>
      </p:pic>
      <p:sp>
        <p:nvSpPr>
          <p:cNvPr id="328" name="Google Shape;516;p73"/>
          <p:cNvSpPr/>
          <p:nvPr/>
        </p:nvSpPr>
        <p:spPr>
          <a:xfrm>
            <a:off x="352800" y="2457360"/>
            <a:ext cx="7090920" cy="2224080"/>
          </a:xfrm>
          <a:prstGeom prst="rect">
            <a:avLst/>
          </a:prstGeom>
          <a:noFill/>
          <a:ln w="19050">
            <a:solidFill>
              <a:srgbClr val="000000"/>
            </a:solidFill>
            <a:round/>
          </a:ln>
        </p:spPr>
        <p:style>
          <a:lnRef idx="0"/>
          <a:fillRef idx="0"/>
          <a:effectRef idx="0"/>
          <a:fontRef idx="minor"/>
        </p:style>
        <p:txBody>
          <a:bodyPr lIns="90000" rIns="90000" tIns="45000" bIns="45000" anchor="t">
            <a:spAutoFit/>
          </a:bodyPr>
          <a:p>
            <a:pPr>
              <a:lnSpc>
                <a:spcPct val="100000"/>
              </a:lnSpc>
              <a:tabLst>
                <a:tab algn="l" pos="0"/>
              </a:tabLst>
            </a:pPr>
            <a:r>
              <a:rPr b="0" lang="en-US" sz="2000" spc="-1" strike="noStrike">
                <a:solidFill>
                  <a:schemeClr val="dk1"/>
                </a:solidFill>
                <a:latin typeface="Times New Roman"/>
                <a:ea typeface="Times New Roman"/>
              </a:rPr>
              <a:t>public static void main(String[] args) {</a:t>
            </a:r>
            <a:endParaRPr b="0" lang="en-US" sz="2000" spc="-1" strike="noStrike">
              <a:solidFill>
                <a:srgbClr val="000000"/>
              </a:solidFill>
              <a:latin typeface="Arial"/>
            </a:endParaRPr>
          </a:p>
          <a:p>
            <a:pPr>
              <a:lnSpc>
                <a:spcPct val="100000"/>
              </a:lnSpc>
              <a:tabLst>
                <a:tab algn="l" pos="0"/>
              </a:tabLst>
            </a:pPr>
            <a:r>
              <a:rPr b="0" lang="en-US" sz="2000" spc="-1" strike="noStrike">
                <a:solidFill>
                  <a:schemeClr val="dk1"/>
                </a:solidFill>
                <a:latin typeface="Times New Roman"/>
                <a:ea typeface="Times New Roman"/>
              </a:rPr>
              <a:t>    </a:t>
            </a:r>
            <a:r>
              <a:rPr b="0" lang="en-US" sz="2000" spc="-1" strike="noStrike">
                <a:solidFill>
                  <a:schemeClr val="dk1"/>
                </a:solidFill>
                <a:latin typeface="Times New Roman"/>
                <a:ea typeface="Times New Roman"/>
              </a:rPr>
              <a:t>Traveler traveler = new Traveler();</a:t>
            </a:r>
            <a:endParaRPr b="0" lang="en-US" sz="2000" spc="-1" strike="noStrike">
              <a:solidFill>
                <a:srgbClr val="000000"/>
              </a:solidFill>
              <a:latin typeface="Arial"/>
            </a:endParaRPr>
          </a:p>
          <a:p>
            <a:pPr>
              <a:lnSpc>
                <a:spcPct val="100000"/>
              </a:lnSpc>
              <a:tabLst>
                <a:tab algn="l" pos="0"/>
              </a:tabLst>
            </a:pPr>
            <a:r>
              <a:rPr b="0" lang="en-US" sz="2000" spc="-1" strike="noStrike">
                <a:solidFill>
                  <a:schemeClr val="dk1"/>
                </a:solidFill>
                <a:latin typeface="Times New Roman"/>
                <a:ea typeface="Times New Roman"/>
              </a:rPr>
              <a:t>    </a:t>
            </a:r>
            <a:r>
              <a:rPr b="0" lang="en-US" sz="2000" spc="-1" strike="noStrike">
                <a:solidFill>
                  <a:schemeClr val="dk1"/>
                </a:solidFill>
                <a:latin typeface="Times New Roman"/>
                <a:ea typeface="Times New Roman"/>
              </a:rPr>
              <a:t>traveler.setV(new Car()); // Inject Car dependency</a:t>
            </a:r>
            <a:endParaRPr b="0" lang="en-US" sz="2000" spc="-1" strike="noStrike">
              <a:solidFill>
                <a:srgbClr val="000000"/>
              </a:solidFill>
              <a:latin typeface="Arial"/>
            </a:endParaRPr>
          </a:p>
          <a:p>
            <a:pPr>
              <a:lnSpc>
                <a:spcPct val="100000"/>
              </a:lnSpc>
              <a:tabLst>
                <a:tab algn="l" pos="0"/>
              </a:tabLst>
            </a:pPr>
            <a:r>
              <a:rPr b="0" lang="en-US" sz="2000" spc="-1" strike="noStrike">
                <a:solidFill>
                  <a:schemeClr val="dk1"/>
                </a:solidFill>
                <a:latin typeface="Times New Roman"/>
                <a:ea typeface="Times New Roman"/>
              </a:rPr>
              <a:t>    </a:t>
            </a:r>
            <a:r>
              <a:rPr b="0" lang="en-US" sz="2000" spc="-1" strike="noStrike">
                <a:solidFill>
                  <a:schemeClr val="dk1"/>
                </a:solidFill>
                <a:latin typeface="Times New Roman"/>
                <a:ea typeface="Times New Roman"/>
              </a:rPr>
              <a:t>traveler.startJourney(); // start journey by Car</a:t>
            </a:r>
            <a:endParaRPr b="0" lang="en-US" sz="2000" spc="-1" strike="noStrike">
              <a:solidFill>
                <a:srgbClr val="000000"/>
              </a:solidFill>
              <a:latin typeface="Arial"/>
            </a:endParaRPr>
          </a:p>
          <a:p>
            <a:pPr>
              <a:lnSpc>
                <a:spcPct val="100000"/>
              </a:lnSpc>
              <a:tabLst>
                <a:tab algn="l" pos="0"/>
              </a:tabLst>
            </a:pPr>
            <a:r>
              <a:rPr b="0" lang="en-US" sz="2000" spc="-1" strike="noStrike">
                <a:solidFill>
                  <a:schemeClr val="dk1"/>
                </a:solidFill>
                <a:latin typeface="Times New Roman"/>
                <a:ea typeface="Times New Roman"/>
              </a:rPr>
              <a:t>    </a:t>
            </a:r>
            <a:r>
              <a:rPr b="0" lang="en-US" sz="2000" spc="-1" strike="noStrike">
                <a:solidFill>
                  <a:schemeClr val="dk1"/>
                </a:solidFill>
                <a:latin typeface="Times New Roman"/>
                <a:ea typeface="Times New Roman"/>
              </a:rPr>
              <a:t>traveler.setV(new Bike()); // Inject Bike dependency</a:t>
            </a:r>
            <a:endParaRPr b="0" lang="en-US" sz="2000" spc="-1" strike="noStrike">
              <a:solidFill>
                <a:srgbClr val="000000"/>
              </a:solidFill>
              <a:latin typeface="Arial"/>
            </a:endParaRPr>
          </a:p>
          <a:p>
            <a:pPr>
              <a:lnSpc>
                <a:spcPct val="100000"/>
              </a:lnSpc>
              <a:tabLst>
                <a:tab algn="l" pos="0"/>
              </a:tabLst>
            </a:pPr>
            <a:r>
              <a:rPr b="0" lang="en-US" sz="2000" spc="-1" strike="noStrike">
                <a:solidFill>
                  <a:schemeClr val="dk1"/>
                </a:solidFill>
                <a:latin typeface="Times New Roman"/>
                <a:ea typeface="Times New Roman"/>
              </a:rPr>
              <a:t>    </a:t>
            </a:r>
            <a:r>
              <a:rPr b="0" lang="en-US" sz="2000" spc="-1" strike="noStrike">
                <a:solidFill>
                  <a:schemeClr val="dk1"/>
                </a:solidFill>
                <a:latin typeface="Times New Roman"/>
                <a:ea typeface="Times New Roman"/>
              </a:rPr>
              <a:t>traveler.startJourney(); // Start journey by Bike</a:t>
            </a:r>
            <a:endParaRPr b="0" lang="en-US" sz="2000" spc="-1" strike="noStrike">
              <a:solidFill>
                <a:srgbClr val="000000"/>
              </a:solidFill>
              <a:latin typeface="Arial"/>
            </a:endParaRPr>
          </a:p>
          <a:p>
            <a:pPr>
              <a:lnSpc>
                <a:spcPct val="100000"/>
              </a:lnSpc>
              <a:tabLst>
                <a:tab algn="l" pos="0"/>
              </a:tabLst>
            </a:pPr>
            <a:r>
              <a:rPr b="0" lang="en-US" sz="2000" spc="-1" strike="noStrike">
                <a:solidFill>
                  <a:schemeClr val="dk1"/>
                </a:solidFill>
                <a:latin typeface="Times New Roman"/>
                <a:ea typeface="Times New Roman"/>
              </a:rPr>
              <a:t>}</a:t>
            </a:r>
            <a:endParaRPr b="0" lang="en-US" sz="2000" spc="-1" strike="noStrike">
              <a:solidFill>
                <a:srgbClr val="000000"/>
              </a:solidFill>
              <a:latin typeface="Arial"/>
            </a:endParaRPr>
          </a:p>
        </p:txBody>
      </p:sp>
      <p:sp>
        <p:nvSpPr>
          <p:cNvPr id="329" name="Google Shape;517;p73"/>
          <p:cNvSpPr/>
          <p:nvPr/>
        </p:nvSpPr>
        <p:spPr>
          <a:xfrm>
            <a:off x="160200" y="1658160"/>
            <a:ext cx="8533440" cy="39456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0" lang="en-US" sz="2000" spc="-1" strike="noStrike">
                <a:solidFill>
                  <a:schemeClr val="dk1"/>
                </a:solidFill>
                <a:latin typeface="Times New Roman"/>
                <a:ea typeface="Times New Roman"/>
              </a:rPr>
              <a:t>Test class for loose coupling example - Traveler is an example of loose coupling</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331" name="Google Shape;524;p74"/>
          <p:cNvCxnSpPr/>
          <p:nvPr/>
        </p:nvCxnSpPr>
        <p:spPr>
          <a:xfrm>
            <a:off x="5760" y="1252440"/>
            <a:ext cx="6226200" cy="1080"/>
          </a:xfrm>
          <a:prstGeom prst="straightConnector1">
            <a:avLst/>
          </a:prstGeom>
          <a:ln w="38100">
            <a:solidFill>
              <a:srgbClr val="c55a11"/>
            </a:solidFill>
            <a:miter/>
          </a:ln>
        </p:spPr>
      </p:cxnSp>
      <p:sp>
        <p:nvSpPr>
          <p:cNvPr id="332" name="Google Shape;525;p74"/>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Low Coupling </a:t>
            </a:r>
            <a:r>
              <a:rPr b="1" lang="en-US" sz="2200" spc="-1" strike="noStrike">
                <a:solidFill>
                  <a:srgbClr val="c55a11"/>
                </a:solidFill>
                <a:latin typeface="Calibri"/>
                <a:ea typeface="Calibri"/>
              </a:rPr>
              <a:t>contd..</a:t>
            </a:r>
            <a:endParaRPr b="0" lang="en-US" sz="2200" spc="-1" strike="noStrike">
              <a:solidFill>
                <a:srgbClr val="000000"/>
              </a:solidFill>
              <a:latin typeface="Arial"/>
            </a:endParaRPr>
          </a:p>
        </p:txBody>
      </p:sp>
      <p:sp>
        <p:nvSpPr>
          <p:cNvPr id="333" name="Google Shape;526;p74"/>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pic>
        <p:nvPicPr>
          <p:cNvPr id="334" name="Google Shape;527;p74" descr=""/>
          <p:cNvPicPr/>
          <p:nvPr/>
        </p:nvPicPr>
        <p:blipFill>
          <a:blip r:embed="rId1"/>
          <a:stretch/>
        </p:blipFill>
        <p:spPr>
          <a:xfrm>
            <a:off x="8382240" y="0"/>
            <a:ext cx="754560" cy="1287360"/>
          </a:xfrm>
          <a:prstGeom prst="rect">
            <a:avLst/>
          </a:prstGeom>
          <a:ln w="0">
            <a:noFill/>
          </a:ln>
        </p:spPr>
      </p:pic>
      <p:sp>
        <p:nvSpPr>
          <p:cNvPr id="335" name="Google Shape;528;p74"/>
          <p:cNvSpPr/>
          <p:nvPr/>
        </p:nvSpPr>
        <p:spPr>
          <a:xfrm>
            <a:off x="43920" y="1627920"/>
            <a:ext cx="9055440" cy="214704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50000"/>
              </a:lnSpc>
              <a:buClr>
                <a:srgbClr val="000000"/>
              </a:buClr>
              <a:buFont typeface="Arial"/>
              <a:buChar char="•"/>
            </a:pPr>
            <a:r>
              <a:rPr b="1" lang="en-US" sz="1800" spc="-1" strike="noStrike">
                <a:solidFill>
                  <a:srgbClr val="000000"/>
                </a:solidFill>
                <a:latin typeface="Times New Roman"/>
                <a:ea typeface="Times New Roman"/>
              </a:rPr>
              <a:t>  </a:t>
            </a:r>
            <a:r>
              <a:rPr b="1" lang="en-US" sz="1800" spc="-1" strike="noStrike">
                <a:solidFill>
                  <a:srgbClr val="000000"/>
                </a:solidFill>
                <a:latin typeface="Times New Roman"/>
                <a:ea typeface="Times New Roman"/>
              </a:rPr>
              <a:t>Example 2</a:t>
            </a:r>
            <a:r>
              <a:rPr b="0" lang="en-US" sz="1800" spc="-1" strike="noStrike">
                <a:solidFill>
                  <a:srgbClr val="000000"/>
                </a:solidFill>
                <a:latin typeface="Times New Roman"/>
                <a:ea typeface="Times New Roman"/>
              </a:rPr>
              <a:t> (from POS system): Consider Payment, Register, Sale</a:t>
            </a:r>
            <a:endParaRPr b="0" lang="en-US" sz="1800" spc="-1" strike="noStrike">
              <a:solidFill>
                <a:srgbClr val="000000"/>
              </a:solidFill>
              <a:latin typeface="Arial"/>
            </a:endParaRPr>
          </a:p>
          <a:p>
            <a:pPr marL="216000" indent="-216000">
              <a:lnSpc>
                <a:spcPct val="150000"/>
              </a:lnSpc>
              <a:buClr>
                <a:srgbClr val="000000"/>
              </a:buClr>
              <a:buFont typeface="Arial"/>
              <a:buChar char="•"/>
            </a:pPr>
            <a:r>
              <a:rPr b="0" lang="en-US" sz="1800" spc="-1" strike="noStrike">
                <a:solidFill>
                  <a:srgbClr val="000000"/>
                </a:solidFill>
                <a:latin typeface="Times New Roman"/>
                <a:ea typeface="Times New Roman"/>
              </a:rPr>
              <a:t>  </a:t>
            </a:r>
            <a:r>
              <a:rPr b="0" lang="en-US" sz="1800" spc="-1" strike="noStrike">
                <a:solidFill>
                  <a:srgbClr val="000000"/>
                </a:solidFill>
                <a:latin typeface="Times New Roman"/>
                <a:ea typeface="Times New Roman"/>
              </a:rPr>
              <a:t>To create a Payment and associate it with a Sale, who is responsible?</a:t>
            </a:r>
            <a:endParaRPr b="0" lang="en-US" sz="1800" spc="-1" strike="noStrike">
              <a:solidFill>
                <a:srgbClr val="000000"/>
              </a:solidFill>
              <a:latin typeface="Arial"/>
            </a:endParaRPr>
          </a:p>
          <a:p>
            <a:pPr marL="216000" indent="-216000">
              <a:lnSpc>
                <a:spcPct val="150000"/>
              </a:lnSpc>
              <a:buClr>
                <a:srgbClr val="000000"/>
              </a:buClr>
              <a:buFont typeface="Arial"/>
              <a:buChar char="•"/>
            </a:pPr>
            <a:r>
              <a:rPr b="0" lang="en-US" sz="1800" spc="-1" strike="noStrike">
                <a:solidFill>
                  <a:srgbClr val="000000"/>
                </a:solidFill>
                <a:latin typeface="Times New Roman"/>
                <a:ea typeface="Times New Roman"/>
              </a:rPr>
              <a:t>  </a:t>
            </a:r>
            <a:r>
              <a:rPr b="0" lang="en-US" sz="1800" spc="-1" strike="noStrike">
                <a:solidFill>
                  <a:srgbClr val="000000"/>
                </a:solidFill>
                <a:latin typeface="Times New Roman"/>
                <a:ea typeface="Times New Roman"/>
              </a:rPr>
              <a:t>Register “records” a Payment. So, </a:t>
            </a:r>
            <a:r>
              <a:rPr b="1" lang="en-US" sz="1800" spc="-1" strike="noStrike">
                <a:solidFill>
                  <a:srgbClr val="000000"/>
                </a:solidFill>
                <a:latin typeface="Times New Roman"/>
                <a:ea typeface="Times New Roman"/>
              </a:rPr>
              <a:t>Register is the creator</a:t>
            </a:r>
            <a:endParaRPr b="0" lang="en-US" sz="1800" spc="-1" strike="noStrike">
              <a:solidFill>
                <a:srgbClr val="000000"/>
              </a:solidFill>
              <a:latin typeface="Arial"/>
            </a:endParaRPr>
          </a:p>
          <a:p>
            <a:pPr marL="216000" indent="-216000">
              <a:lnSpc>
                <a:spcPct val="150000"/>
              </a:lnSpc>
              <a:buClr>
                <a:srgbClr val="000000"/>
              </a:buClr>
              <a:buFont typeface="Arial"/>
              <a:buChar char="•"/>
            </a:pPr>
            <a:r>
              <a:rPr b="0" lang="en-US" sz="1800" spc="-1" strike="noStrike">
                <a:solidFill>
                  <a:srgbClr val="000000"/>
                </a:solidFill>
                <a:latin typeface="Times New Roman"/>
                <a:ea typeface="Times New Roman"/>
              </a:rPr>
              <a:t>  </a:t>
            </a:r>
            <a:r>
              <a:rPr b="0" lang="en-US" sz="1800" spc="-1" strike="noStrike">
                <a:solidFill>
                  <a:srgbClr val="000000"/>
                </a:solidFill>
                <a:latin typeface="Times New Roman"/>
                <a:ea typeface="Times New Roman"/>
              </a:rPr>
              <a:t>Register creates Payment </a:t>
            </a:r>
            <a:r>
              <a:rPr b="0" i="1" lang="en-US" sz="1800" spc="-1" strike="noStrike">
                <a:solidFill>
                  <a:srgbClr val="000000"/>
                </a:solidFill>
                <a:latin typeface="Times New Roman"/>
                <a:ea typeface="Times New Roman"/>
              </a:rPr>
              <a:t>p</a:t>
            </a:r>
            <a:r>
              <a:rPr b="0" lang="en-US" sz="1800" spc="-1" strike="noStrike">
                <a:solidFill>
                  <a:srgbClr val="000000"/>
                </a:solidFill>
                <a:latin typeface="Times New Roman"/>
                <a:ea typeface="Times New Roman"/>
              </a:rPr>
              <a:t> then sends </a:t>
            </a:r>
            <a:r>
              <a:rPr b="0" i="1" lang="en-US" sz="1800" spc="-1" strike="noStrike">
                <a:solidFill>
                  <a:srgbClr val="000000"/>
                </a:solidFill>
                <a:latin typeface="Times New Roman"/>
                <a:ea typeface="Times New Roman"/>
              </a:rPr>
              <a:t>p</a:t>
            </a:r>
            <a:r>
              <a:rPr b="0" lang="en-US" sz="1800" spc="-1" strike="noStrike">
                <a:solidFill>
                  <a:srgbClr val="000000"/>
                </a:solidFill>
                <a:latin typeface="Times New Roman"/>
                <a:ea typeface="Times New Roman"/>
              </a:rPr>
              <a:t> to a Sale =&gt; </a:t>
            </a:r>
            <a:r>
              <a:rPr b="1" lang="en-US" sz="1800" spc="-1" strike="noStrike">
                <a:solidFill>
                  <a:srgbClr val="000000"/>
                </a:solidFill>
                <a:latin typeface="Times New Roman"/>
                <a:ea typeface="Times New Roman"/>
              </a:rPr>
              <a:t>coupling of Register class to Payment class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337" name="Google Shape;535;p75"/>
          <p:cNvCxnSpPr/>
          <p:nvPr/>
        </p:nvCxnSpPr>
        <p:spPr>
          <a:xfrm>
            <a:off x="5760" y="1252440"/>
            <a:ext cx="6226200" cy="1080"/>
          </a:xfrm>
          <a:prstGeom prst="straightConnector1">
            <a:avLst/>
          </a:prstGeom>
          <a:ln w="38100">
            <a:solidFill>
              <a:srgbClr val="c55a11"/>
            </a:solidFill>
            <a:miter/>
          </a:ln>
        </p:spPr>
      </p:cxnSp>
      <p:sp>
        <p:nvSpPr>
          <p:cNvPr id="338" name="Google Shape;536;p75"/>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Low Coupling </a:t>
            </a:r>
            <a:r>
              <a:rPr b="1" lang="en-US" sz="2200" spc="-1" strike="noStrike">
                <a:solidFill>
                  <a:srgbClr val="c55a11"/>
                </a:solidFill>
                <a:latin typeface="Calibri"/>
                <a:ea typeface="Calibri"/>
              </a:rPr>
              <a:t>contd..</a:t>
            </a:r>
            <a:endParaRPr b="0" lang="en-US" sz="2200" spc="-1" strike="noStrike">
              <a:solidFill>
                <a:srgbClr val="000000"/>
              </a:solidFill>
              <a:latin typeface="Arial"/>
            </a:endParaRPr>
          </a:p>
        </p:txBody>
      </p:sp>
      <p:sp>
        <p:nvSpPr>
          <p:cNvPr id="339" name="Google Shape;537;p75"/>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pic>
        <p:nvPicPr>
          <p:cNvPr id="340" name="Google Shape;538;p75" descr=""/>
          <p:cNvPicPr/>
          <p:nvPr/>
        </p:nvPicPr>
        <p:blipFill>
          <a:blip r:embed="rId1"/>
          <a:stretch/>
        </p:blipFill>
        <p:spPr>
          <a:xfrm>
            <a:off x="8382240" y="0"/>
            <a:ext cx="754560" cy="1287360"/>
          </a:xfrm>
          <a:prstGeom prst="rect">
            <a:avLst/>
          </a:prstGeom>
          <a:ln w="0">
            <a:noFill/>
          </a:ln>
        </p:spPr>
      </p:pic>
      <p:sp>
        <p:nvSpPr>
          <p:cNvPr id="341" name="PlaceHolder 2"/>
          <p:cNvSpPr>
            <a:spLocks noGrp="1"/>
          </p:cNvSpPr>
          <p:nvPr>
            <p:ph/>
          </p:nvPr>
        </p:nvSpPr>
        <p:spPr>
          <a:xfrm>
            <a:off x="152640" y="1715760"/>
            <a:ext cx="8228520" cy="1151640"/>
          </a:xfrm>
          <a:prstGeom prst="rect">
            <a:avLst/>
          </a:prstGeom>
          <a:noFill/>
          <a:ln w="0">
            <a:noFill/>
          </a:ln>
        </p:spPr>
        <p:txBody>
          <a:bodyPr lIns="91440" rIns="91440" tIns="45720" bIns="45720" anchor="t">
            <a:normAutofit fontScale="96666"/>
          </a:bodyPr>
          <a:p>
            <a:pPr marL="457200" indent="-406440">
              <a:lnSpc>
                <a:spcPct val="150000"/>
              </a:lnSpc>
              <a:spcBef>
                <a:spcPts val="1001"/>
              </a:spcBef>
              <a:buClr>
                <a:srgbClr val="000000"/>
              </a:buClr>
              <a:buSzPct val="126000"/>
              <a:buFont typeface="Arial"/>
              <a:buChar char="•"/>
            </a:pPr>
            <a:r>
              <a:rPr b="1" lang="en-US" sz="2400" spc="-1" strike="noStrike">
                <a:solidFill>
                  <a:schemeClr val="dk1"/>
                </a:solidFill>
                <a:latin typeface="Calibri"/>
                <a:ea typeface="Calibri"/>
              </a:rPr>
              <a:t>Alternate approach: </a:t>
            </a:r>
            <a:r>
              <a:rPr b="0" lang="en-US" sz="2400" spc="-1" strike="noStrike">
                <a:solidFill>
                  <a:schemeClr val="dk1"/>
                </a:solidFill>
                <a:latin typeface="Calibri"/>
                <a:ea typeface="Calibri"/>
              </a:rPr>
              <a:t>Register requests Sale to </a:t>
            </a:r>
            <a:r>
              <a:rPr b="0" lang="en-US" sz="2400" spc="-1" strike="noStrike">
                <a:solidFill>
                  <a:schemeClr val="dk1"/>
                </a:solidFill>
                <a:latin typeface="Calibri"/>
                <a:ea typeface="Calibri"/>
              </a:rPr>
              <a:t>create the Payment</a:t>
            </a:r>
            <a:endParaRPr b="0" lang="en-US" sz="2400" spc="-1" strike="noStrike">
              <a:solidFill>
                <a:srgbClr val="000000"/>
              </a:solidFill>
              <a:latin typeface="Arial"/>
            </a:endParaRPr>
          </a:p>
        </p:txBody>
      </p:sp>
      <p:sp>
        <p:nvSpPr>
          <p:cNvPr id="342" name="Google Shape;540;p75"/>
          <p:cNvSpPr/>
          <p:nvPr/>
        </p:nvSpPr>
        <p:spPr>
          <a:xfrm>
            <a:off x="359640" y="3008880"/>
            <a:ext cx="8424000" cy="1735560"/>
          </a:xfrm>
          <a:prstGeom prst="rect">
            <a:avLst/>
          </a:prstGeom>
          <a:noFill/>
          <a:ln w="0">
            <a:noFill/>
          </a:ln>
        </p:spPr>
        <p:style>
          <a:lnRef idx="0"/>
          <a:fillRef idx="0"/>
          <a:effectRef idx="0"/>
          <a:fontRef idx="minor"/>
        </p:style>
        <p:txBody>
          <a:bodyPr lIns="90000" rIns="90000" tIns="45000" bIns="45000" anchor="t">
            <a:spAutoFit/>
          </a:bodyPr>
          <a:p>
            <a:pPr algn="just">
              <a:lnSpc>
                <a:spcPct val="150000"/>
              </a:lnSpc>
              <a:tabLst>
                <a:tab algn="l" pos="0"/>
              </a:tabLst>
            </a:pPr>
            <a:r>
              <a:rPr b="1" lang="en-US" sz="1800" spc="-1" strike="noStrike">
                <a:solidFill>
                  <a:srgbClr val="000000"/>
                </a:solidFill>
                <a:latin typeface="Calibri"/>
                <a:ea typeface="Calibri"/>
              </a:rPr>
              <a:t>Note:</a:t>
            </a:r>
            <a:r>
              <a:rPr b="0" lang="en-US" sz="1800" spc="-1" strike="noStrike">
                <a:solidFill>
                  <a:srgbClr val="000000"/>
                </a:solidFill>
                <a:latin typeface="Calibri"/>
                <a:ea typeface="Calibri"/>
              </a:rPr>
              <a:t>	</a:t>
            </a:r>
            <a:endParaRPr b="0" lang="en-US" sz="1800" spc="-1" strike="noStrike">
              <a:solidFill>
                <a:srgbClr val="000000"/>
              </a:solidFill>
              <a:latin typeface="Arial"/>
            </a:endParaRPr>
          </a:p>
          <a:p>
            <a:pPr marL="216000" indent="-216000" algn="just">
              <a:lnSpc>
                <a:spcPct val="150000"/>
              </a:lnSpc>
              <a:buClr>
                <a:srgbClr val="000000"/>
              </a:buClr>
              <a:buFont typeface="Arial"/>
              <a:buChar char="•"/>
              <a:tabLst>
                <a:tab algn="l" pos="0"/>
              </a:tabLst>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In both cases, Sale needs to know about a Payment</a:t>
            </a:r>
            <a:endParaRPr b="0" lang="en-US" sz="1800" spc="-1" strike="noStrike">
              <a:solidFill>
                <a:srgbClr val="000000"/>
              </a:solidFill>
              <a:latin typeface="Arial"/>
            </a:endParaRPr>
          </a:p>
          <a:p>
            <a:pPr marL="216000" indent="-216000" algn="just">
              <a:lnSpc>
                <a:spcPct val="150000"/>
              </a:lnSpc>
              <a:buClr>
                <a:srgbClr val="000000"/>
              </a:buClr>
              <a:buFont typeface="Arial"/>
              <a:buChar char="•"/>
              <a:tabLst>
                <a:tab algn="l" pos="0"/>
              </a:tabLst>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However, a Register needs to know about a Payment in first but not in second</a:t>
            </a:r>
            <a:endParaRPr b="0" lang="en-US" sz="1800" spc="-1" strike="noStrike">
              <a:solidFill>
                <a:srgbClr val="000000"/>
              </a:solidFill>
              <a:latin typeface="Arial"/>
            </a:endParaRPr>
          </a:p>
          <a:p>
            <a:pPr marL="216000" indent="-216000" algn="just">
              <a:lnSpc>
                <a:spcPct val="150000"/>
              </a:lnSpc>
              <a:buClr>
                <a:srgbClr val="000000"/>
              </a:buClr>
              <a:buFont typeface="Arial"/>
              <a:buChar char="•"/>
              <a:tabLst>
                <a:tab algn="l" pos="0"/>
              </a:tabLst>
            </a:pPr>
            <a:r>
              <a:rPr b="1" lang="en-US" sz="1800" spc="-1" strike="noStrike">
                <a:solidFill>
                  <a:srgbClr val="000000"/>
                </a:solidFill>
                <a:latin typeface="Calibri"/>
                <a:ea typeface="Calibri"/>
              </a:rPr>
              <a:t>  </a:t>
            </a:r>
            <a:r>
              <a:rPr b="1" lang="en-US" sz="1800" spc="-1" strike="noStrike">
                <a:solidFill>
                  <a:srgbClr val="000000"/>
                </a:solidFill>
                <a:latin typeface="Calibri"/>
                <a:ea typeface="Calibri"/>
              </a:rPr>
              <a:t>Second approach has lower coupling</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344" name="Google Shape;547;p25"/>
          <p:cNvCxnSpPr/>
          <p:nvPr/>
        </p:nvCxnSpPr>
        <p:spPr>
          <a:xfrm>
            <a:off x="5760" y="1252440"/>
            <a:ext cx="6226200" cy="1080"/>
          </a:xfrm>
          <a:prstGeom prst="straightConnector1">
            <a:avLst/>
          </a:prstGeom>
          <a:ln w="38100">
            <a:solidFill>
              <a:srgbClr val="c55a11"/>
            </a:solidFill>
            <a:miter/>
          </a:ln>
        </p:spPr>
      </p:cxnSp>
      <p:sp>
        <p:nvSpPr>
          <p:cNvPr id="345" name="Google Shape;548;p25"/>
          <p:cNvSpPr/>
          <p:nvPr/>
        </p:nvSpPr>
        <p:spPr>
          <a:xfrm>
            <a:off x="294840" y="735480"/>
            <a:ext cx="731124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Low Coupling – </a:t>
            </a:r>
            <a:r>
              <a:rPr b="1" lang="en-US" sz="2400" spc="-1" strike="noStrike">
                <a:solidFill>
                  <a:srgbClr val="c55a11"/>
                </a:solidFill>
                <a:latin typeface="Calibri"/>
                <a:ea typeface="Calibri"/>
              </a:rPr>
              <a:t>More in terms of Java</a:t>
            </a:r>
            <a:endParaRPr b="0" lang="en-US" sz="2400" spc="-1" strike="noStrike">
              <a:solidFill>
                <a:srgbClr val="000000"/>
              </a:solidFill>
              <a:latin typeface="Arial"/>
            </a:endParaRPr>
          </a:p>
        </p:txBody>
      </p:sp>
      <p:sp>
        <p:nvSpPr>
          <p:cNvPr id="346" name="Google Shape;549;p25"/>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sp>
        <p:nvSpPr>
          <p:cNvPr id="347" name="PlaceHolder 2"/>
          <p:cNvSpPr>
            <a:spLocks noGrp="1"/>
          </p:cNvSpPr>
          <p:nvPr>
            <p:ph/>
          </p:nvPr>
        </p:nvSpPr>
        <p:spPr>
          <a:xfrm>
            <a:off x="141120" y="1554840"/>
            <a:ext cx="8861040" cy="5456160"/>
          </a:xfrm>
          <a:prstGeom prst="rect">
            <a:avLst/>
          </a:prstGeom>
          <a:noFill/>
          <a:ln w="0">
            <a:noFill/>
          </a:ln>
        </p:spPr>
        <p:txBody>
          <a:bodyPr lIns="91440" rIns="91440" tIns="45720" bIns="45720" anchor="t">
            <a:normAutofit/>
          </a:bodyPr>
          <a:p>
            <a:pPr marL="457200" indent="-393120">
              <a:lnSpc>
                <a:spcPct val="150000"/>
              </a:lnSpc>
              <a:spcBef>
                <a:spcPts val="1001"/>
              </a:spcBef>
              <a:buClr>
                <a:srgbClr val="000000"/>
              </a:buClr>
              <a:buFont typeface="Arial"/>
              <a:buChar char="•"/>
            </a:pPr>
            <a:r>
              <a:rPr b="0" lang="en-US" sz="1800" spc="-1" strike="noStrike">
                <a:solidFill>
                  <a:schemeClr val="dk1"/>
                </a:solidFill>
                <a:latin typeface="Times New Roman"/>
                <a:ea typeface="Times New Roman"/>
              </a:rPr>
              <a:t>Low coupling is an evaluative principle, i.e., keep it in mind when </a:t>
            </a:r>
            <a:r>
              <a:rPr b="0" lang="en-US" sz="1800" spc="-1" strike="noStrike">
                <a:solidFill>
                  <a:schemeClr val="dk1"/>
                </a:solidFill>
                <a:latin typeface="Times New Roman"/>
                <a:ea typeface="Times New Roman"/>
              </a:rPr>
              <a:t>evaluating designs</a:t>
            </a:r>
            <a:endParaRPr b="0" lang="en-US" sz="1800" spc="-1" strike="noStrike">
              <a:solidFill>
                <a:srgbClr val="000000"/>
              </a:solidFill>
              <a:latin typeface="Arial"/>
            </a:endParaRPr>
          </a:p>
          <a:p>
            <a:pPr marL="457200" indent="-393120">
              <a:lnSpc>
                <a:spcPct val="150000"/>
              </a:lnSpc>
              <a:spcBef>
                <a:spcPts val="1001"/>
              </a:spcBef>
              <a:buClr>
                <a:srgbClr val="000000"/>
              </a:buClr>
              <a:buFont typeface="Arial"/>
              <a:buChar char="•"/>
            </a:pPr>
            <a:r>
              <a:rPr b="0" lang="en-US" sz="1800" spc="-1" strike="noStrike">
                <a:solidFill>
                  <a:schemeClr val="dk1"/>
                </a:solidFill>
                <a:latin typeface="Times New Roman"/>
                <a:ea typeface="Times New Roman"/>
              </a:rPr>
              <a:t>Examples of coupling in Java (think “dependencies”):</a:t>
            </a:r>
            <a:endParaRPr b="0" lang="en-US" sz="1800" spc="-1" strike="noStrike">
              <a:solidFill>
                <a:srgbClr val="000000"/>
              </a:solidFill>
              <a:latin typeface="Arial"/>
            </a:endParaRPr>
          </a:p>
          <a:p>
            <a:pPr lvl="1" marL="914400" indent="-369720">
              <a:lnSpc>
                <a:spcPct val="150000"/>
              </a:lnSpc>
              <a:spcBef>
                <a:spcPts val="499"/>
              </a:spcBef>
              <a:buClr>
                <a:srgbClr val="000000"/>
              </a:buClr>
              <a:buFont typeface="Arial"/>
              <a:buChar char="•"/>
            </a:pPr>
            <a:r>
              <a:rPr b="0" lang="en-US" sz="1800" spc="-1" strike="noStrike">
                <a:solidFill>
                  <a:schemeClr val="dk1"/>
                </a:solidFill>
                <a:latin typeface="Times New Roman"/>
                <a:ea typeface="Times New Roman"/>
              </a:rPr>
              <a:t>TypeX has an attribute of TypeY</a:t>
            </a:r>
            <a:endParaRPr b="0" lang="en-US" sz="1800" spc="-1" strike="noStrike">
              <a:solidFill>
                <a:srgbClr val="000000"/>
              </a:solidFill>
              <a:latin typeface="Arial"/>
            </a:endParaRPr>
          </a:p>
          <a:p>
            <a:pPr lvl="1" marL="914400" indent="-369720">
              <a:lnSpc>
                <a:spcPct val="150000"/>
              </a:lnSpc>
              <a:spcBef>
                <a:spcPts val="499"/>
              </a:spcBef>
              <a:buClr>
                <a:srgbClr val="000000"/>
              </a:buClr>
              <a:buFont typeface="Arial"/>
              <a:buChar char="•"/>
            </a:pPr>
            <a:r>
              <a:rPr b="0" lang="en-US" sz="1800" spc="-1" strike="noStrike">
                <a:solidFill>
                  <a:schemeClr val="dk1"/>
                </a:solidFill>
                <a:latin typeface="Times New Roman"/>
                <a:ea typeface="Times New Roman"/>
              </a:rPr>
              <a:t>TypeX calls on services of a TypeY object</a:t>
            </a:r>
            <a:endParaRPr b="0" lang="en-US" sz="1800" spc="-1" strike="noStrike">
              <a:solidFill>
                <a:srgbClr val="000000"/>
              </a:solidFill>
              <a:latin typeface="Arial"/>
            </a:endParaRPr>
          </a:p>
          <a:p>
            <a:pPr lvl="1" marL="914400" indent="-369720">
              <a:lnSpc>
                <a:spcPct val="150000"/>
              </a:lnSpc>
              <a:spcBef>
                <a:spcPts val="499"/>
              </a:spcBef>
              <a:buClr>
                <a:srgbClr val="000000"/>
              </a:buClr>
              <a:buFont typeface="Arial"/>
              <a:buChar char="•"/>
            </a:pPr>
            <a:r>
              <a:rPr b="0" lang="en-US" sz="1800" spc="-1" strike="noStrike">
                <a:solidFill>
                  <a:schemeClr val="dk1"/>
                </a:solidFill>
                <a:latin typeface="Times New Roman"/>
                <a:ea typeface="Times New Roman"/>
              </a:rPr>
              <a:t>TypeX has a method that references an instance of TypeY</a:t>
            </a:r>
            <a:endParaRPr b="0" lang="en-US" sz="1800" spc="-1" strike="noStrike">
              <a:solidFill>
                <a:srgbClr val="000000"/>
              </a:solidFill>
              <a:latin typeface="Arial"/>
            </a:endParaRPr>
          </a:p>
          <a:p>
            <a:pPr lvl="1" marL="914400" indent="-369720">
              <a:lnSpc>
                <a:spcPct val="150000"/>
              </a:lnSpc>
              <a:spcBef>
                <a:spcPts val="499"/>
              </a:spcBef>
              <a:buClr>
                <a:srgbClr val="000000"/>
              </a:buClr>
              <a:buFont typeface="Arial"/>
              <a:buChar char="•"/>
            </a:pPr>
            <a:r>
              <a:rPr b="0" lang="en-US" sz="1800" spc="-1" strike="noStrike">
                <a:solidFill>
                  <a:schemeClr val="dk1"/>
                </a:solidFill>
                <a:latin typeface="Times New Roman"/>
                <a:ea typeface="Times New Roman"/>
              </a:rPr>
              <a:t>TypeX is a subclass of TypeY</a:t>
            </a:r>
            <a:endParaRPr b="0" lang="en-US" sz="1800" spc="-1" strike="noStrike">
              <a:solidFill>
                <a:srgbClr val="000000"/>
              </a:solidFill>
              <a:latin typeface="Arial"/>
            </a:endParaRPr>
          </a:p>
          <a:p>
            <a:pPr lvl="1" marL="914400" indent="-369720">
              <a:lnSpc>
                <a:spcPct val="150000"/>
              </a:lnSpc>
              <a:spcBef>
                <a:spcPts val="499"/>
              </a:spcBef>
              <a:buClr>
                <a:srgbClr val="000000"/>
              </a:buClr>
              <a:buFont typeface="Arial"/>
              <a:buChar char="•"/>
            </a:pPr>
            <a:r>
              <a:rPr b="0" lang="en-US" sz="1800" spc="-1" strike="noStrike">
                <a:solidFill>
                  <a:schemeClr val="dk1"/>
                </a:solidFill>
                <a:latin typeface="Times New Roman"/>
                <a:ea typeface="Times New Roman"/>
              </a:rPr>
              <a:t>TypeY is an interface and TypeX implements the interface</a:t>
            </a:r>
            <a:endParaRPr b="0" lang="en-US" sz="1800" spc="-1" strike="noStrike">
              <a:solidFill>
                <a:srgbClr val="000000"/>
              </a:solidFill>
              <a:latin typeface="Arial"/>
            </a:endParaRPr>
          </a:p>
          <a:p>
            <a:pPr marL="457200" indent="-406440">
              <a:lnSpc>
                <a:spcPct val="150000"/>
              </a:lnSpc>
              <a:spcBef>
                <a:spcPts val="1001"/>
              </a:spcBef>
              <a:buNone/>
              <a:tabLst>
                <a:tab algn="l" pos="0"/>
              </a:tabLst>
            </a:pPr>
            <a:r>
              <a:rPr b="1" lang="en-US" sz="1800" spc="-1" strike="noStrike">
                <a:solidFill>
                  <a:schemeClr val="dk1"/>
                </a:solidFill>
                <a:latin typeface="Times New Roman"/>
                <a:ea typeface="Times New Roman"/>
              </a:rPr>
              <a:t>Note: subclassing =&gt; high coupling</a:t>
            </a:r>
            <a:endParaRPr b="0" lang="en-US" sz="1800" spc="-1" strike="noStrike">
              <a:solidFill>
                <a:srgbClr val="000000"/>
              </a:solidFill>
              <a:latin typeface="Arial"/>
            </a:endParaRPr>
          </a:p>
        </p:txBody>
      </p:sp>
      <p:pic>
        <p:nvPicPr>
          <p:cNvPr id="348" name="Google Shape;551;p25" descr=""/>
          <p:cNvPicPr/>
          <p:nvPr/>
        </p:nvPicPr>
        <p:blipFill>
          <a:blip r:embed="rId1"/>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349" name="Google Shape;557;p77"/>
          <p:cNvCxnSpPr/>
          <p:nvPr/>
        </p:nvCxnSpPr>
        <p:spPr>
          <a:xfrm>
            <a:off x="0" y="1190880"/>
            <a:ext cx="6225840" cy="1080"/>
          </a:xfrm>
          <a:prstGeom prst="straightConnector1">
            <a:avLst/>
          </a:prstGeom>
          <a:ln w="38100">
            <a:solidFill>
              <a:srgbClr val="c55a11"/>
            </a:solidFill>
            <a:miter/>
          </a:ln>
        </p:spPr>
      </p:cxnSp>
      <p:sp>
        <p:nvSpPr>
          <p:cNvPr id="350" name="Google Shape;558;p77"/>
          <p:cNvSpPr/>
          <p:nvPr/>
        </p:nvSpPr>
        <p:spPr>
          <a:xfrm>
            <a:off x="1645560" y="1296360"/>
            <a:ext cx="6263640" cy="2131560"/>
          </a:xfrm>
          <a:prstGeom prst="rect">
            <a:avLst/>
          </a:prstGeom>
          <a:blipFill rotWithShape="0">
            <a:blip r:embed="rId1"/>
            <a:srcRect/>
            <a:stretch/>
          </a:blipFill>
          <a:ln w="0">
            <a:noFill/>
          </a:ln>
        </p:spPr>
        <p:style>
          <a:lnRef idx="0"/>
          <a:fillRef idx="0"/>
          <a:effectRef idx="0"/>
          <a:fontRef idx="minor"/>
        </p:style>
        <p:txBody>
          <a:bodyPr lIns="0" rIns="0" tIns="0" bIns="0" anchor="t">
            <a:noAutofit/>
          </a:bodyPr>
          <a:p>
            <a:pPr>
              <a:lnSpc>
                <a:spcPct val="100000"/>
              </a:lnSpc>
              <a:tabLst>
                <a:tab algn="l" pos="0"/>
              </a:tabLst>
            </a:pPr>
            <a:endParaRPr b="0" lang="en-US" sz="1800" spc="-1" strike="noStrike">
              <a:solidFill>
                <a:schemeClr val="dk1"/>
              </a:solidFill>
              <a:latin typeface="Times New Roman"/>
              <a:ea typeface="Times New Roman"/>
            </a:endParaRPr>
          </a:p>
        </p:txBody>
      </p:sp>
      <p:sp>
        <p:nvSpPr>
          <p:cNvPr id="351" name="Google Shape;559;p77"/>
          <p:cNvSpPr/>
          <p:nvPr/>
        </p:nvSpPr>
        <p:spPr>
          <a:xfrm>
            <a:off x="138240" y="3521160"/>
            <a:ext cx="8919360" cy="3380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0" lang="en-US" sz="1800" spc="-1" strike="noStrike">
                <a:solidFill>
                  <a:schemeClr val="dk1"/>
                </a:solidFill>
                <a:latin typeface="Times New Roman"/>
                <a:ea typeface="Times New Roman"/>
              </a:rPr>
              <a:t>here class RentVideo knows about both VideoStore and Video objects. Rent is depending on both the classes.</a:t>
            </a:r>
            <a:endParaRPr b="0" lang="en-US" sz="1800" spc="-1" strike="noStrike">
              <a:solidFill>
                <a:srgbClr val="000000"/>
              </a:solidFill>
              <a:latin typeface="Arial"/>
            </a:endParaRPr>
          </a:p>
          <a:p>
            <a:pPr>
              <a:lnSpc>
                <a:spcPct val="100000"/>
              </a:lnSpc>
              <a:tabLst>
                <a:tab algn="l" pos="0"/>
              </a:tabLst>
            </a:pPr>
            <a:endParaRPr b="0" lang="en-US" sz="1600" spc="-1" strike="noStrike">
              <a:solidFill>
                <a:srgbClr val="000000"/>
              </a:solidFill>
              <a:latin typeface="Arial"/>
            </a:endParaRPr>
          </a:p>
          <a:p>
            <a:pPr>
              <a:lnSpc>
                <a:spcPct val="100000"/>
              </a:lnSpc>
              <a:tabLst>
                <a:tab algn="l" pos="0"/>
              </a:tabLst>
            </a:pPr>
            <a:endParaRPr b="0" lang="en-US" sz="1600" spc="-1" strike="noStrike">
              <a:solidFill>
                <a:srgbClr val="000000"/>
              </a:solidFill>
              <a:latin typeface="Arial"/>
            </a:endParaRPr>
          </a:p>
          <a:p>
            <a:pPr>
              <a:lnSpc>
                <a:spcPct val="100000"/>
              </a:lnSpc>
              <a:tabLst>
                <a:tab algn="l" pos="0"/>
              </a:tabLst>
            </a:pPr>
            <a:endParaRPr b="0" lang="en-US" sz="1600" spc="-1" strike="noStrike">
              <a:solidFill>
                <a:srgbClr val="000000"/>
              </a:solidFill>
              <a:latin typeface="Arial"/>
            </a:endParaRPr>
          </a:p>
          <a:p>
            <a:pPr>
              <a:lnSpc>
                <a:spcPct val="100000"/>
              </a:lnSpc>
              <a:tabLst>
                <a:tab algn="l" pos="0"/>
              </a:tabLst>
            </a:pPr>
            <a:r>
              <a:rPr b="0" lang="en-US" sz="1600" spc="-1" strike="noStrike">
                <a:solidFill>
                  <a:schemeClr val="dk1"/>
                </a:solidFill>
                <a:latin typeface="Times New Roman"/>
                <a:ea typeface="Times New Roman"/>
              </a:rPr>
              <a:t>Low Coupling</a:t>
            </a:r>
            <a:endParaRPr b="0" lang="en-US" sz="1600" spc="-1" strike="noStrike">
              <a:solidFill>
                <a:srgbClr val="000000"/>
              </a:solidFill>
              <a:latin typeface="Arial"/>
            </a:endParaRPr>
          </a:p>
          <a:p>
            <a:pPr>
              <a:lnSpc>
                <a:spcPct val="100000"/>
              </a:lnSpc>
              <a:tabLst>
                <a:tab algn="l" pos="0"/>
              </a:tabLst>
            </a:pPr>
            <a:endParaRPr b="0" lang="en-US" sz="1600" spc="-1" strike="noStrike">
              <a:solidFill>
                <a:srgbClr val="000000"/>
              </a:solidFill>
              <a:latin typeface="Arial"/>
            </a:endParaRPr>
          </a:p>
          <a:p>
            <a:pPr>
              <a:lnSpc>
                <a:spcPct val="100000"/>
              </a:lnSpc>
              <a:tabLst>
                <a:tab algn="l" pos="0"/>
              </a:tabLst>
            </a:pPr>
            <a:endParaRPr b="0" lang="en-US" sz="1600" spc="-1" strike="noStrike">
              <a:solidFill>
                <a:srgbClr val="000000"/>
              </a:solidFill>
              <a:latin typeface="Arial"/>
            </a:endParaRPr>
          </a:p>
          <a:p>
            <a:pPr>
              <a:lnSpc>
                <a:spcPct val="100000"/>
              </a:lnSpc>
              <a:tabLst>
                <a:tab algn="l" pos="0"/>
              </a:tabLst>
            </a:pPr>
            <a:endParaRPr b="0" lang="en-US" sz="1600" spc="-1" strike="noStrike">
              <a:solidFill>
                <a:srgbClr val="000000"/>
              </a:solidFill>
              <a:latin typeface="Arial"/>
            </a:endParaRPr>
          </a:p>
          <a:p>
            <a:pPr>
              <a:lnSpc>
                <a:spcPct val="100000"/>
              </a:lnSpc>
              <a:tabLst>
                <a:tab algn="l" pos="0"/>
              </a:tabLst>
            </a:pPr>
            <a:endParaRPr b="0" lang="en-US" sz="1600" spc="-1" strike="noStrike">
              <a:solidFill>
                <a:srgbClr val="000000"/>
              </a:solidFill>
              <a:latin typeface="Arial"/>
            </a:endParaRPr>
          </a:p>
          <a:p>
            <a:pPr>
              <a:lnSpc>
                <a:spcPct val="100000"/>
              </a:lnSpc>
              <a:tabLst>
                <a:tab algn="l" pos="0"/>
              </a:tabLst>
            </a:pPr>
            <a:endParaRPr b="0" lang="en-US" sz="1600" spc="-1" strike="noStrike">
              <a:solidFill>
                <a:srgbClr val="000000"/>
              </a:solidFill>
              <a:latin typeface="Arial"/>
            </a:endParaRPr>
          </a:p>
          <a:p>
            <a:pPr>
              <a:lnSpc>
                <a:spcPct val="100000"/>
              </a:lnSpc>
              <a:tabLst>
                <a:tab algn="l" pos="0"/>
              </a:tabLst>
            </a:pPr>
            <a:r>
              <a:rPr b="0" lang="en-US" sz="1800" spc="-1" strike="noStrike">
                <a:solidFill>
                  <a:schemeClr val="dk1"/>
                </a:solidFill>
                <a:latin typeface="Times New Roman"/>
                <a:ea typeface="Times New Roman"/>
              </a:rPr>
              <a:t>VideoStore and Video class are coupled, and Rent is coupled with</a:t>
            </a:r>
            <a:r>
              <a:rPr b="0" lang="en-US" sz="1800" spc="-1" strike="noStrike">
                <a:solidFill>
                  <a:srgbClr val="000000"/>
                </a:solidFill>
                <a:latin typeface="Times New Roman"/>
                <a:ea typeface="Times New Roman"/>
              </a:rPr>
              <a:t> </a:t>
            </a:r>
            <a:r>
              <a:rPr b="0" lang="en-US" sz="1800" spc="-1" strike="noStrike">
                <a:solidFill>
                  <a:schemeClr val="dk1"/>
                </a:solidFill>
                <a:latin typeface="Times New Roman"/>
                <a:ea typeface="Times New Roman"/>
              </a:rPr>
              <a:t>VideoStore. </a:t>
            </a:r>
            <a:r>
              <a:rPr b="1" lang="en-US" sz="1800" spc="-1" strike="noStrike">
                <a:solidFill>
                  <a:schemeClr val="dk1"/>
                </a:solidFill>
                <a:latin typeface="Times New Roman"/>
                <a:ea typeface="Times New Roman"/>
              </a:rPr>
              <a:t>Thus, providing low coupling</a:t>
            </a:r>
            <a:r>
              <a:rPr b="1" lang="en-US" sz="1600" spc="-1" strike="noStrike">
                <a:solidFill>
                  <a:schemeClr val="dk1"/>
                </a:solidFill>
                <a:latin typeface="Times New Roman"/>
                <a:ea typeface="Times New Roman"/>
              </a:rPr>
              <a:t>.</a:t>
            </a:r>
            <a:endParaRPr b="0" lang="en-US" sz="1600" spc="-1" strike="noStrike">
              <a:solidFill>
                <a:srgbClr val="000000"/>
              </a:solidFill>
              <a:latin typeface="Arial"/>
            </a:endParaRPr>
          </a:p>
        </p:txBody>
      </p:sp>
      <p:sp>
        <p:nvSpPr>
          <p:cNvPr id="352" name="Google Shape;560;p77"/>
          <p:cNvSpPr/>
          <p:nvPr/>
        </p:nvSpPr>
        <p:spPr>
          <a:xfrm>
            <a:off x="1631880" y="4192200"/>
            <a:ext cx="6277320" cy="2087280"/>
          </a:xfrm>
          <a:prstGeom prst="rect">
            <a:avLst/>
          </a:prstGeom>
          <a:blipFill rotWithShape="0">
            <a:blip r:embed="rId2"/>
            <a:srcRect/>
            <a:stretch/>
          </a:blipFill>
          <a:ln w="0">
            <a:noFill/>
          </a:ln>
        </p:spPr>
        <p:style>
          <a:lnRef idx="0"/>
          <a:fillRef idx="0"/>
          <a:effectRef idx="0"/>
          <a:fontRef idx="minor"/>
        </p:style>
        <p:txBody>
          <a:bodyPr lIns="0" rIns="0" tIns="0" bIns="0" anchor="t">
            <a:noAutofit/>
          </a:bodyPr>
          <a:p>
            <a:pPr>
              <a:lnSpc>
                <a:spcPct val="100000"/>
              </a:lnSpc>
              <a:tabLst>
                <a:tab algn="l" pos="0"/>
              </a:tabLst>
            </a:pPr>
            <a:endParaRPr b="0" lang="en-US" sz="1800" spc="-1" strike="noStrike">
              <a:solidFill>
                <a:schemeClr val="dk1"/>
              </a:solidFill>
              <a:latin typeface="Times New Roman"/>
              <a:ea typeface="Times New Roman"/>
            </a:endParaRPr>
          </a:p>
        </p:txBody>
      </p:sp>
      <p:sp>
        <p:nvSpPr>
          <p:cNvPr id="353" name="Google Shape;561;p77"/>
          <p:cNvSpPr/>
          <p:nvPr/>
        </p:nvSpPr>
        <p:spPr>
          <a:xfrm>
            <a:off x="138240" y="2187000"/>
            <a:ext cx="149256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0" lang="en-US" sz="1600" spc="-1" strike="noStrike">
                <a:solidFill>
                  <a:schemeClr val="dk1"/>
                </a:solidFill>
                <a:latin typeface="Times New Roman"/>
                <a:ea typeface="Times New Roman"/>
              </a:rPr>
              <a:t>High Coupling</a:t>
            </a:r>
            <a:endParaRPr b="0" lang="en-US" sz="1600" spc="-1" strike="noStrike">
              <a:solidFill>
                <a:srgbClr val="000000"/>
              </a:solidFill>
              <a:latin typeface="Arial"/>
            </a:endParaRPr>
          </a:p>
        </p:txBody>
      </p:sp>
      <p:sp>
        <p:nvSpPr>
          <p:cNvPr id="354" name="Google Shape;562;p77"/>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Example:  Low Coupling</a:t>
            </a:r>
            <a:endParaRPr b="0" lang="en-US" sz="2800" spc="-1" strike="noStrike">
              <a:solidFill>
                <a:srgbClr val="000000"/>
              </a:solidFill>
              <a:latin typeface="Arial"/>
            </a:endParaRPr>
          </a:p>
        </p:txBody>
      </p:sp>
      <p:sp>
        <p:nvSpPr>
          <p:cNvPr id="355" name="Google Shape;563;p77"/>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pic>
        <p:nvPicPr>
          <p:cNvPr id="356" name="Google Shape;564;p77" descr=""/>
          <p:cNvPicPr/>
          <p:nvPr/>
        </p:nvPicPr>
        <p:blipFill>
          <a:blip r:embed="rId3"/>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358" name="Google Shape;571;p26"/>
          <p:cNvCxnSpPr/>
          <p:nvPr/>
        </p:nvCxnSpPr>
        <p:spPr>
          <a:xfrm>
            <a:off x="5760" y="1252440"/>
            <a:ext cx="6226200" cy="1080"/>
          </a:xfrm>
          <a:prstGeom prst="straightConnector1">
            <a:avLst/>
          </a:prstGeom>
          <a:ln w="38100">
            <a:solidFill>
              <a:srgbClr val="c55a11"/>
            </a:solidFill>
            <a:miter/>
          </a:ln>
        </p:spPr>
      </p:cxnSp>
      <p:sp>
        <p:nvSpPr>
          <p:cNvPr id="359" name="Google Shape;572;p26"/>
          <p:cNvSpPr/>
          <p:nvPr/>
        </p:nvSpPr>
        <p:spPr>
          <a:xfrm>
            <a:off x="294840" y="735480"/>
            <a:ext cx="731124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Low Coupling – Monopoly example</a:t>
            </a:r>
            <a:endParaRPr b="0" lang="en-US" sz="2800" spc="-1" strike="noStrike">
              <a:solidFill>
                <a:srgbClr val="000000"/>
              </a:solidFill>
              <a:latin typeface="Arial"/>
            </a:endParaRPr>
          </a:p>
        </p:txBody>
      </p:sp>
      <p:sp>
        <p:nvSpPr>
          <p:cNvPr id="360" name="Google Shape;573;p26"/>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pic>
        <p:nvPicPr>
          <p:cNvPr id="361" name="Google Shape;574;p26" descr=""/>
          <p:cNvPicPr/>
          <p:nvPr/>
        </p:nvPicPr>
        <p:blipFill>
          <a:blip r:embed="rId1"/>
          <a:stretch/>
        </p:blipFill>
        <p:spPr>
          <a:xfrm>
            <a:off x="1108440" y="1809000"/>
            <a:ext cx="6361560" cy="3764520"/>
          </a:xfrm>
          <a:prstGeom prst="rect">
            <a:avLst/>
          </a:prstGeom>
          <a:ln w="0">
            <a:noFill/>
          </a:ln>
        </p:spPr>
      </p:pic>
      <p:sp>
        <p:nvSpPr>
          <p:cNvPr id="362" name="Google Shape;575;p26"/>
          <p:cNvSpPr/>
          <p:nvPr/>
        </p:nvSpPr>
        <p:spPr>
          <a:xfrm>
            <a:off x="2616840" y="5720040"/>
            <a:ext cx="3481560" cy="303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tabLst>
                <a:tab algn="l" pos="0"/>
              </a:tabLst>
            </a:pPr>
            <a:r>
              <a:rPr b="0" lang="en-US" sz="1400" spc="-1" strike="noStrike">
                <a:solidFill>
                  <a:srgbClr val="000000"/>
                </a:solidFill>
                <a:latin typeface="Arial"/>
                <a:ea typeface="Arial"/>
              </a:rPr>
              <a:t>Alternate Design: Bad solution</a:t>
            </a:r>
            <a:endParaRPr b="0" lang="en-US" sz="1400" spc="-1" strike="noStrike">
              <a:solidFill>
                <a:srgbClr val="000000"/>
              </a:solidFill>
              <a:latin typeface="Arial"/>
            </a:endParaRPr>
          </a:p>
        </p:txBody>
      </p:sp>
      <p:pic>
        <p:nvPicPr>
          <p:cNvPr id="363" name="Google Shape;576;p26" descr=""/>
          <p:cNvPicPr/>
          <p:nvPr/>
        </p:nvPicPr>
        <p:blipFill>
          <a:blip r:embed="rId2"/>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title"/>
          </p:nvPr>
        </p:nvSpPr>
        <p:spPr>
          <a:xfrm>
            <a:off x="1116720" y="-431640"/>
            <a:ext cx="5846040" cy="991080"/>
          </a:xfrm>
          <a:prstGeom prst="rect">
            <a:avLst/>
          </a:prstGeom>
          <a:noFill/>
          <a:ln w="0">
            <a:noFill/>
          </a:ln>
        </p:spPr>
        <p:txBody>
          <a:bodyPr lIns="91440" rIns="91440" tIns="45720" bIns="45720" anchor="ctr">
            <a:normAutofit/>
          </a:bodyPr>
          <a:p>
            <a:pPr indent="0">
              <a:lnSpc>
                <a:spcPct val="90000"/>
              </a:lnSpc>
              <a:buNone/>
              <a:tabLst>
                <a:tab algn="l" pos="0"/>
              </a:tabLst>
            </a:pPr>
            <a:r>
              <a:rPr b="0" lang="en-US" sz="4400" spc="-1" strike="noStrike">
                <a:solidFill>
                  <a:schemeClr val="dk1"/>
                </a:solidFill>
                <a:latin typeface="Calibri"/>
                <a:ea typeface="Calibri"/>
              </a:rPr>
              <a:t> </a:t>
            </a:r>
            <a:endParaRPr b="0" lang="en-US" sz="4400" spc="-1" strike="noStrike">
              <a:solidFill>
                <a:srgbClr val="000000"/>
              </a:solidFill>
              <a:latin typeface="Arial"/>
            </a:endParaRPr>
          </a:p>
        </p:txBody>
      </p:sp>
      <p:cxnSp>
        <p:nvCxnSpPr>
          <p:cNvPr id="365" name="Google Shape;583;p76"/>
          <p:cNvCxnSpPr/>
          <p:nvPr/>
        </p:nvCxnSpPr>
        <p:spPr>
          <a:xfrm>
            <a:off x="5760" y="1252440"/>
            <a:ext cx="6226200" cy="1080"/>
          </a:xfrm>
          <a:prstGeom prst="straightConnector1">
            <a:avLst/>
          </a:prstGeom>
          <a:ln w="38100">
            <a:solidFill>
              <a:srgbClr val="c55a11"/>
            </a:solidFill>
            <a:miter/>
          </a:ln>
        </p:spPr>
      </p:cxnSp>
      <p:sp>
        <p:nvSpPr>
          <p:cNvPr id="366" name="Google Shape;584;p76"/>
          <p:cNvSpPr/>
          <p:nvPr/>
        </p:nvSpPr>
        <p:spPr>
          <a:xfrm>
            <a:off x="294840" y="73548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High cohesion</a:t>
            </a:r>
            <a:endParaRPr b="0" lang="en-US" sz="2800" spc="-1" strike="noStrike">
              <a:solidFill>
                <a:srgbClr val="000000"/>
              </a:solidFill>
              <a:latin typeface="Arial"/>
            </a:endParaRPr>
          </a:p>
        </p:txBody>
      </p:sp>
      <p:sp>
        <p:nvSpPr>
          <p:cNvPr id="367" name="Google Shape;585;p76"/>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sp>
        <p:nvSpPr>
          <p:cNvPr id="368" name="Google Shape;586;p76"/>
          <p:cNvSpPr/>
          <p:nvPr/>
        </p:nvSpPr>
        <p:spPr>
          <a:xfrm>
            <a:off x="144720" y="1296000"/>
            <a:ext cx="8654040" cy="489024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50000"/>
              </a:lnSpc>
              <a:buClr>
                <a:srgbClr val="000000"/>
              </a:buClr>
              <a:buFont typeface="Arial"/>
              <a:buChar char="•"/>
            </a:pPr>
            <a:r>
              <a:rPr b="1" lang="en-US" sz="1800" spc="-1" strike="noStrike">
                <a:solidFill>
                  <a:srgbClr val="000000"/>
                </a:solidFill>
                <a:latin typeface="Times New Roman"/>
                <a:ea typeface="Times New Roman"/>
              </a:rPr>
              <a:t> </a:t>
            </a:r>
            <a:r>
              <a:rPr b="1" lang="en-US" sz="1800" spc="-1" strike="noStrike">
                <a:solidFill>
                  <a:srgbClr val="000000"/>
                </a:solidFill>
                <a:latin typeface="Times New Roman"/>
                <a:ea typeface="Times New Roman"/>
              </a:rPr>
              <a:t>Cohesion </a:t>
            </a:r>
            <a:r>
              <a:rPr b="0" lang="en-US" sz="1800" spc="-1" strike="noStrike">
                <a:solidFill>
                  <a:srgbClr val="000000"/>
                </a:solidFill>
                <a:latin typeface="Times New Roman"/>
                <a:ea typeface="Times New Roman"/>
              </a:rPr>
              <a:t> - A measure of how strongly related and focused the responsibilities of an element (class, subsystem, etc.)</a:t>
            </a:r>
            <a:r>
              <a:rPr b="1" lang="en-US" sz="1800" spc="-1" strike="noStrike">
                <a:solidFill>
                  <a:srgbClr val="000000"/>
                </a:solidFill>
                <a:latin typeface="Times New Roman"/>
                <a:ea typeface="Times New Roman"/>
              </a:rPr>
              <a:t>  </a:t>
            </a:r>
            <a:endParaRPr b="0" lang="en-US" sz="1800" spc="-1" strike="noStrike">
              <a:solidFill>
                <a:srgbClr val="000000"/>
              </a:solidFill>
              <a:latin typeface="Arial"/>
            </a:endParaRPr>
          </a:p>
          <a:p>
            <a:pPr marL="216000" indent="-216000">
              <a:lnSpc>
                <a:spcPct val="150000"/>
              </a:lnSpc>
              <a:buClr>
                <a:srgbClr val="000000"/>
              </a:buClr>
              <a:buFont typeface="Arial"/>
              <a:buChar char="•"/>
            </a:pPr>
            <a:r>
              <a:rPr b="1" lang="en-US" sz="1800" spc="-1" strike="noStrike">
                <a:solidFill>
                  <a:srgbClr val="000000"/>
                </a:solidFill>
                <a:latin typeface="Times New Roman"/>
                <a:ea typeface="Times New Roman"/>
              </a:rPr>
              <a:t>Definition:</a:t>
            </a:r>
            <a:endParaRPr b="0" lang="en-US" sz="1800" spc="-1" strike="noStrike">
              <a:solidFill>
                <a:srgbClr val="000000"/>
              </a:solidFill>
              <a:latin typeface="Arial"/>
            </a:endParaRPr>
          </a:p>
          <a:p>
            <a:pPr>
              <a:lnSpc>
                <a:spcPct val="150000"/>
              </a:lnSpc>
              <a:tabLst>
                <a:tab algn="l" pos="0"/>
              </a:tabLst>
            </a:pPr>
            <a:r>
              <a:rPr b="1" lang="en-US" sz="1800" spc="-1" strike="noStrike">
                <a:solidFill>
                  <a:srgbClr val="000000"/>
                </a:solidFill>
                <a:latin typeface="Times New Roman"/>
                <a:ea typeface="Times New Roman"/>
              </a:rPr>
              <a:t>	</a:t>
            </a:r>
            <a:r>
              <a:rPr b="0" lang="en-US" sz="1800" spc="-1" strike="noStrike">
                <a:solidFill>
                  <a:srgbClr val="000000"/>
                </a:solidFill>
                <a:latin typeface="Times New Roman"/>
                <a:ea typeface="Times New Roman"/>
              </a:rPr>
              <a:t>Name: High Cohesion</a:t>
            </a:r>
            <a:endParaRPr b="0" lang="en-US" sz="1800" spc="-1" strike="noStrike">
              <a:solidFill>
                <a:srgbClr val="000000"/>
              </a:solidFill>
              <a:latin typeface="Arial"/>
            </a:endParaRPr>
          </a:p>
          <a:p>
            <a:pPr marL="1521000" indent="-627120">
              <a:lnSpc>
                <a:spcPct val="100000"/>
              </a:lnSpc>
              <a:tabLst>
                <a:tab algn="l" pos="0"/>
              </a:tabLst>
            </a:pPr>
            <a:r>
              <a:rPr b="0" lang="en-US" sz="1800" spc="-1" strike="noStrike">
                <a:solidFill>
                  <a:srgbClr val="000000"/>
                </a:solidFill>
                <a:latin typeface="Times New Roman"/>
                <a:ea typeface="Times New Roman"/>
              </a:rPr>
              <a:t>Problem: How to keep complexity manageable, understandable and support low coupling?</a:t>
            </a:r>
            <a:endParaRPr b="0" lang="en-US" sz="1800" spc="-1" strike="noStrike">
              <a:solidFill>
                <a:srgbClr val="000000"/>
              </a:solidFill>
              <a:latin typeface="Arial"/>
            </a:endParaRPr>
          </a:p>
          <a:p>
            <a:pPr marL="1521000">
              <a:lnSpc>
                <a:spcPct val="100000"/>
              </a:lnSpc>
              <a:tabLst>
                <a:tab algn="l" pos="0"/>
              </a:tabLst>
            </a:pPr>
            <a:r>
              <a:rPr b="0" lang="en-US" sz="1800" spc="-1" strike="noStrike">
                <a:solidFill>
                  <a:srgbClr val="000000"/>
                </a:solidFill>
                <a:latin typeface="Times New Roman"/>
                <a:ea typeface="Times New Roman"/>
              </a:rPr>
              <a:t>	</a:t>
            </a:r>
            <a:r>
              <a:rPr b="0" lang="en-US" sz="1800" spc="-1" strike="noStrike">
                <a:solidFill>
                  <a:srgbClr val="000000"/>
                </a:solidFill>
                <a:latin typeface="Times New Roman"/>
                <a:ea typeface="Times New Roman"/>
              </a:rPr>
              <a:t>Solution: Assign the responsibility so that cohesion remains high.</a:t>
            </a:r>
            <a:endParaRPr b="0" lang="en-US" sz="1800" spc="-1" strike="noStrike">
              <a:solidFill>
                <a:srgbClr val="000000"/>
              </a:solidFill>
              <a:latin typeface="Arial"/>
            </a:endParaRPr>
          </a:p>
          <a:p>
            <a:pPr marL="1521000" indent="-216000">
              <a:lnSpc>
                <a:spcPct val="150000"/>
              </a:lnSpc>
              <a:buClr>
                <a:srgbClr val="000000"/>
              </a:buClr>
              <a:buFont typeface="Arial"/>
              <a:buChar char="•"/>
              <a:tabLst>
                <a:tab algn="l" pos="0"/>
              </a:tabLst>
            </a:pPr>
            <a:r>
              <a:rPr b="0" lang="en-US" sz="1800" spc="-1" strike="noStrike">
                <a:solidFill>
                  <a:srgbClr val="000000"/>
                </a:solidFill>
                <a:latin typeface="Times New Roman"/>
                <a:ea typeface="Times New Roman"/>
              </a:rPr>
              <a:t>  </a:t>
            </a:r>
            <a:r>
              <a:rPr b="0" lang="en-US" sz="1800" spc="-1" strike="noStrike">
                <a:solidFill>
                  <a:srgbClr val="000000"/>
                </a:solidFill>
                <a:latin typeface="Times New Roman"/>
                <a:ea typeface="Times New Roman"/>
              </a:rPr>
              <a:t>Problems from low cohesion (does many unrelated things or does too much work):</a:t>
            </a:r>
            <a:endParaRPr b="0" lang="en-US" sz="1800" spc="-1" strike="noStrike">
              <a:solidFill>
                <a:srgbClr val="000000"/>
              </a:solidFill>
              <a:latin typeface="Arial"/>
            </a:endParaRPr>
          </a:p>
          <a:p>
            <a:pPr marL="1521000" algn="just">
              <a:lnSpc>
                <a:spcPct val="100000"/>
              </a:lnSpc>
              <a:tabLst>
                <a:tab algn="l" pos="0"/>
              </a:tabLst>
            </a:pPr>
            <a:r>
              <a:rPr b="0" lang="en-US" sz="1800" spc="-1" strike="noStrike">
                <a:solidFill>
                  <a:srgbClr val="000000"/>
                </a:solidFill>
                <a:latin typeface="Times New Roman"/>
                <a:ea typeface="Times New Roman"/>
              </a:rPr>
              <a:t>	</a:t>
            </a:r>
            <a:r>
              <a:rPr b="0" lang="en-US" sz="1800" spc="-1" strike="noStrike">
                <a:solidFill>
                  <a:srgbClr val="000000"/>
                </a:solidFill>
                <a:latin typeface="Times New Roman"/>
                <a:ea typeface="Times New Roman"/>
              </a:rPr>
              <a:t>Hard to understand/comprehend</a:t>
            </a:r>
            <a:endParaRPr b="0" lang="en-US" sz="1800" spc="-1" strike="noStrike">
              <a:solidFill>
                <a:srgbClr val="000000"/>
              </a:solidFill>
              <a:latin typeface="Arial"/>
            </a:endParaRPr>
          </a:p>
          <a:p>
            <a:pPr marL="1521000" algn="just">
              <a:lnSpc>
                <a:spcPct val="100000"/>
              </a:lnSpc>
              <a:tabLst>
                <a:tab algn="l" pos="0"/>
              </a:tabLst>
            </a:pPr>
            <a:r>
              <a:rPr b="0" lang="en-US" sz="1800" spc="-1" strike="noStrike">
                <a:solidFill>
                  <a:srgbClr val="000000"/>
                </a:solidFill>
                <a:latin typeface="Times New Roman"/>
                <a:ea typeface="Times New Roman"/>
              </a:rPr>
              <a:t>	</a:t>
            </a:r>
            <a:r>
              <a:rPr b="0" lang="en-US" sz="1800" spc="-1" strike="noStrike">
                <a:solidFill>
                  <a:srgbClr val="000000"/>
                </a:solidFill>
                <a:latin typeface="Times New Roman"/>
                <a:ea typeface="Times New Roman"/>
              </a:rPr>
              <a:t>Hard to reuse</a:t>
            </a:r>
            <a:endParaRPr b="0" lang="en-US" sz="1800" spc="-1" strike="noStrike">
              <a:solidFill>
                <a:srgbClr val="000000"/>
              </a:solidFill>
              <a:latin typeface="Arial"/>
            </a:endParaRPr>
          </a:p>
          <a:p>
            <a:pPr marL="1521000" algn="just">
              <a:lnSpc>
                <a:spcPct val="100000"/>
              </a:lnSpc>
              <a:tabLst>
                <a:tab algn="l" pos="0"/>
              </a:tabLst>
            </a:pPr>
            <a:r>
              <a:rPr b="0" lang="en-US" sz="1800" spc="-1" strike="noStrike">
                <a:solidFill>
                  <a:srgbClr val="000000"/>
                </a:solidFill>
                <a:latin typeface="Times New Roman"/>
                <a:ea typeface="Times New Roman"/>
              </a:rPr>
              <a:t>	</a:t>
            </a:r>
            <a:r>
              <a:rPr b="0" lang="en-US" sz="1800" spc="-1" strike="noStrike">
                <a:solidFill>
                  <a:srgbClr val="000000"/>
                </a:solidFill>
                <a:latin typeface="Times New Roman"/>
                <a:ea typeface="Times New Roman"/>
              </a:rPr>
              <a:t>Hard to maintain</a:t>
            </a:r>
            <a:endParaRPr b="0" lang="en-US" sz="1800" spc="-1" strike="noStrike">
              <a:solidFill>
                <a:srgbClr val="000000"/>
              </a:solidFill>
              <a:latin typeface="Arial"/>
            </a:endParaRPr>
          </a:p>
          <a:p>
            <a:pPr marL="1521000" algn="just">
              <a:lnSpc>
                <a:spcPct val="100000"/>
              </a:lnSpc>
              <a:tabLst>
                <a:tab algn="l" pos="0"/>
              </a:tabLst>
            </a:pPr>
            <a:r>
              <a:rPr b="0" lang="en-US" sz="1800" spc="-1" strike="noStrike">
                <a:solidFill>
                  <a:srgbClr val="000000"/>
                </a:solidFill>
                <a:latin typeface="Times New Roman"/>
                <a:ea typeface="Times New Roman"/>
              </a:rPr>
              <a:t>	</a:t>
            </a:r>
            <a:r>
              <a:rPr b="0" lang="en-US" sz="1800" spc="-1" strike="noStrike">
                <a:solidFill>
                  <a:srgbClr val="000000"/>
                </a:solidFill>
                <a:latin typeface="Times New Roman"/>
                <a:ea typeface="Times New Roman"/>
              </a:rPr>
              <a:t>Brittle – easily affected by change</a:t>
            </a:r>
            <a:endParaRPr b="0" lang="en-US" sz="1800" spc="-1" strike="noStrike">
              <a:solidFill>
                <a:srgbClr val="000000"/>
              </a:solidFill>
              <a:latin typeface="Arial"/>
            </a:endParaRPr>
          </a:p>
          <a:p>
            <a:pPr marL="1521000">
              <a:lnSpc>
                <a:spcPct val="150000"/>
              </a:lnSpc>
              <a:tabLst>
                <a:tab algn="l" pos="0"/>
              </a:tabLst>
            </a:pPr>
            <a:endParaRPr b="0" lang="en-US" sz="1800" spc="-1" strike="noStrike">
              <a:solidFill>
                <a:srgbClr val="000000"/>
              </a:solidFill>
              <a:latin typeface="Arial"/>
            </a:endParaRPr>
          </a:p>
        </p:txBody>
      </p:sp>
      <p:pic>
        <p:nvPicPr>
          <p:cNvPr id="369" name="Google Shape;587;p76" descr=""/>
          <p:cNvPicPr/>
          <p:nvPr/>
        </p:nvPicPr>
        <p:blipFill>
          <a:blip r:embed="rId1"/>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370" name="Google Shape;593;p78"/>
          <p:cNvCxnSpPr/>
          <p:nvPr/>
        </p:nvCxnSpPr>
        <p:spPr>
          <a:xfrm>
            <a:off x="0" y="1190880"/>
            <a:ext cx="6225840" cy="1080"/>
          </a:xfrm>
          <a:prstGeom prst="straightConnector1">
            <a:avLst/>
          </a:prstGeom>
          <a:ln w="38100">
            <a:solidFill>
              <a:srgbClr val="c55a11"/>
            </a:solidFill>
            <a:miter/>
          </a:ln>
        </p:spPr>
      </p:cxnSp>
      <p:sp>
        <p:nvSpPr>
          <p:cNvPr id="371" name="Google Shape;594;p78"/>
          <p:cNvSpPr/>
          <p:nvPr/>
        </p:nvSpPr>
        <p:spPr>
          <a:xfrm>
            <a:off x="294840" y="696600"/>
            <a:ext cx="54792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High Cohesion - Monopoly example</a:t>
            </a:r>
            <a:endParaRPr b="0" lang="en-US" sz="2800" spc="-1" strike="noStrike">
              <a:solidFill>
                <a:srgbClr val="000000"/>
              </a:solidFill>
              <a:latin typeface="Arial"/>
            </a:endParaRPr>
          </a:p>
        </p:txBody>
      </p:sp>
      <p:sp>
        <p:nvSpPr>
          <p:cNvPr id="372" name="Google Shape;595;p78"/>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pic>
        <p:nvPicPr>
          <p:cNvPr id="373" name="Google Shape;596;p78" descr=""/>
          <p:cNvPicPr/>
          <p:nvPr/>
        </p:nvPicPr>
        <p:blipFill>
          <a:blip r:embed="rId1"/>
          <a:stretch/>
        </p:blipFill>
        <p:spPr>
          <a:xfrm>
            <a:off x="1201320" y="1882080"/>
            <a:ext cx="7215120" cy="3870000"/>
          </a:xfrm>
          <a:prstGeom prst="rect">
            <a:avLst/>
          </a:prstGeom>
          <a:ln w="0">
            <a:noFill/>
          </a:ln>
        </p:spPr>
      </p:pic>
      <p:pic>
        <p:nvPicPr>
          <p:cNvPr id="374" name="Google Shape;597;p78" descr=""/>
          <p:cNvPicPr/>
          <p:nvPr/>
        </p:nvPicPr>
        <p:blipFill>
          <a:blip r:embed="rId2"/>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375" name="Google Shape;593;p78"/>
          <p:cNvCxnSpPr/>
          <p:nvPr/>
        </p:nvCxnSpPr>
        <p:spPr>
          <a:xfrm>
            <a:off x="0" y="1190880"/>
            <a:ext cx="6225840" cy="1080"/>
          </a:xfrm>
          <a:prstGeom prst="straightConnector1">
            <a:avLst/>
          </a:prstGeom>
          <a:ln w="38100">
            <a:solidFill>
              <a:srgbClr val="c55a11"/>
            </a:solidFill>
            <a:miter/>
          </a:ln>
        </p:spPr>
      </p:cxnSp>
      <p:sp>
        <p:nvSpPr>
          <p:cNvPr id="376" name="Google Shape;595;p78"/>
          <p:cNvSpPr/>
          <p:nvPr/>
        </p:nvSpPr>
        <p:spPr>
          <a:xfrm>
            <a:off x="153000" y="551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pic>
        <p:nvPicPr>
          <p:cNvPr id="377" name="Google Shape;597;p78" descr=""/>
          <p:cNvPicPr/>
          <p:nvPr/>
        </p:nvPicPr>
        <p:blipFill>
          <a:blip r:embed="rId1"/>
          <a:stretch/>
        </p:blipFill>
        <p:spPr>
          <a:xfrm>
            <a:off x="8382240" y="0"/>
            <a:ext cx="754560" cy="1287360"/>
          </a:xfrm>
          <a:prstGeom prst="rect">
            <a:avLst/>
          </a:prstGeom>
          <a:ln w="0">
            <a:noFill/>
          </a:ln>
        </p:spPr>
      </p:pic>
      <p:sp>
        <p:nvSpPr>
          <p:cNvPr id="378" name="TextBox 2"/>
          <p:cNvSpPr/>
          <p:nvPr/>
        </p:nvSpPr>
        <p:spPr>
          <a:xfrm>
            <a:off x="153000" y="1335960"/>
            <a:ext cx="8228160" cy="4663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IN" sz="2000" spc="-1" strike="noStrike">
                <a:solidFill>
                  <a:srgbClr val="000000"/>
                </a:solidFill>
                <a:latin typeface="Arial"/>
                <a:ea typeface="Arial"/>
              </a:rPr>
              <a:t>MCQ</a:t>
            </a:r>
            <a:endParaRPr b="0" lang="en-US" sz="2000" spc="-1" strike="noStrike">
              <a:solidFill>
                <a:srgbClr val="000000"/>
              </a:solidFill>
              <a:latin typeface="Arial"/>
            </a:endParaRPr>
          </a:p>
          <a:p>
            <a:pPr>
              <a:lnSpc>
                <a:spcPct val="100000"/>
              </a:lnSpc>
            </a:pPr>
            <a:r>
              <a:rPr b="1" lang="en-IN" sz="2000" spc="-1" strike="noStrike">
                <a:solidFill>
                  <a:srgbClr val="000000"/>
                </a:solidFill>
                <a:latin typeface="Arial"/>
                <a:ea typeface="Arial"/>
              </a:rPr>
              <a:t>1. GRASP stands for:</a:t>
            </a:r>
            <a:endParaRPr b="0" lang="en-US" sz="2000" spc="-1" strike="noStrike">
              <a:solidFill>
                <a:srgbClr val="000000"/>
              </a:solidFill>
              <a:latin typeface="Arial"/>
            </a:endParaRPr>
          </a:p>
          <a:p>
            <a:pPr>
              <a:lnSpc>
                <a:spcPct val="100000"/>
              </a:lnSpc>
            </a:pPr>
            <a:r>
              <a:rPr b="0" lang="en-IN" sz="2000" spc="-1" strike="noStrike">
                <a:solidFill>
                  <a:srgbClr val="000000"/>
                </a:solidFill>
                <a:latin typeface="Arial"/>
                <a:ea typeface="Arial"/>
              </a:rPr>
              <a:t>A) General Responsibility Assignment Software Patterns</a:t>
            </a:r>
            <a:br>
              <a:rPr sz="2000"/>
            </a:br>
            <a:r>
              <a:rPr b="0" lang="en-IN" sz="2000" spc="-1" strike="noStrike">
                <a:solidFill>
                  <a:srgbClr val="000000"/>
                </a:solidFill>
                <a:latin typeface="Arial"/>
                <a:ea typeface="Arial"/>
              </a:rPr>
              <a:t>B) General Rules for Application Software Programming </a:t>
            </a:r>
            <a:br>
              <a:rPr sz="2000"/>
            </a:br>
            <a:r>
              <a:rPr b="0" lang="en-IN" sz="2000" spc="-1" strike="noStrike">
                <a:solidFill>
                  <a:srgbClr val="000000"/>
                </a:solidFill>
                <a:latin typeface="Arial"/>
                <a:ea typeface="Arial"/>
              </a:rPr>
              <a:t>C) Generic Reusable Architecture System Principles</a:t>
            </a:r>
            <a:br>
              <a:rPr sz="2000"/>
            </a:br>
            <a:r>
              <a:rPr b="0" lang="en-IN" sz="2000" spc="-1" strike="noStrike">
                <a:solidFill>
                  <a:srgbClr val="000000"/>
                </a:solidFill>
                <a:latin typeface="Arial"/>
                <a:ea typeface="Arial"/>
              </a:rPr>
              <a:t>D) Global Responsibility Allocation Software Process</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1" lang="en-US" sz="2000" spc="-1" strike="noStrike">
                <a:solidFill>
                  <a:srgbClr val="000000"/>
                </a:solidFill>
                <a:latin typeface="Arial"/>
                <a:ea typeface="Arial"/>
              </a:rPr>
              <a:t>2. GRASP mainly provides guidelines for:</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Arial"/>
              </a:rPr>
              <a:t>A) Database normalization</a:t>
            </a:r>
            <a:br>
              <a:rPr sz="2000"/>
            </a:br>
            <a:r>
              <a:rPr b="0" lang="en-US" sz="2000" spc="-1" strike="noStrike">
                <a:solidFill>
                  <a:srgbClr val="000000"/>
                </a:solidFill>
                <a:latin typeface="Arial"/>
                <a:ea typeface="Arial"/>
              </a:rPr>
              <a:t>B) Assigning responsibilities to classes and objects</a:t>
            </a:r>
            <a:br>
              <a:rPr sz="2000"/>
            </a:br>
            <a:r>
              <a:rPr b="0" lang="en-US" sz="2000" spc="-1" strike="noStrike">
                <a:solidFill>
                  <a:srgbClr val="000000"/>
                </a:solidFill>
                <a:latin typeface="Arial"/>
                <a:ea typeface="Arial"/>
              </a:rPr>
              <a:t>C) Writing algorithms</a:t>
            </a:r>
            <a:br>
              <a:rPr sz="2000"/>
            </a:br>
            <a:r>
              <a:rPr b="0" lang="en-US" sz="2000" spc="-1" strike="noStrike">
                <a:solidFill>
                  <a:srgbClr val="000000"/>
                </a:solidFill>
                <a:latin typeface="Arial"/>
                <a:ea typeface="Arial"/>
              </a:rPr>
              <a:t>D) Network communication</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379" name="Google Shape;593;p78"/>
          <p:cNvCxnSpPr/>
          <p:nvPr/>
        </p:nvCxnSpPr>
        <p:spPr>
          <a:xfrm>
            <a:off x="0" y="1190880"/>
            <a:ext cx="6225840" cy="1080"/>
          </a:xfrm>
          <a:prstGeom prst="straightConnector1">
            <a:avLst/>
          </a:prstGeom>
          <a:ln w="38100">
            <a:solidFill>
              <a:srgbClr val="c55a11"/>
            </a:solidFill>
            <a:miter/>
          </a:ln>
        </p:spPr>
      </p:cxnSp>
      <p:sp>
        <p:nvSpPr>
          <p:cNvPr id="380" name="Google Shape;595;p78"/>
          <p:cNvSpPr/>
          <p:nvPr/>
        </p:nvSpPr>
        <p:spPr>
          <a:xfrm>
            <a:off x="153000" y="551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pic>
        <p:nvPicPr>
          <p:cNvPr id="381" name="Google Shape;597;p78" descr=""/>
          <p:cNvPicPr/>
          <p:nvPr/>
        </p:nvPicPr>
        <p:blipFill>
          <a:blip r:embed="rId1"/>
          <a:stretch/>
        </p:blipFill>
        <p:spPr>
          <a:xfrm>
            <a:off x="8382240" y="0"/>
            <a:ext cx="754560" cy="1287360"/>
          </a:xfrm>
          <a:prstGeom prst="rect">
            <a:avLst/>
          </a:prstGeom>
          <a:ln w="0">
            <a:noFill/>
          </a:ln>
        </p:spPr>
      </p:pic>
      <p:sp>
        <p:nvSpPr>
          <p:cNvPr id="382" name="TextBox 2"/>
          <p:cNvSpPr/>
          <p:nvPr/>
        </p:nvSpPr>
        <p:spPr>
          <a:xfrm>
            <a:off x="153000" y="1335960"/>
            <a:ext cx="8228160" cy="4602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IN" sz="2000" spc="-1" strike="noStrike">
                <a:solidFill>
                  <a:srgbClr val="000000"/>
                </a:solidFill>
                <a:latin typeface="Arial"/>
                <a:ea typeface="Arial"/>
              </a:rPr>
              <a:t>MCQ</a:t>
            </a:r>
            <a:endParaRPr b="0" lang="en-US" sz="2000" spc="-1" strike="noStrike">
              <a:solidFill>
                <a:srgbClr val="000000"/>
              </a:solidFill>
              <a:latin typeface="Arial"/>
            </a:endParaRPr>
          </a:p>
          <a:p>
            <a:pPr>
              <a:lnSpc>
                <a:spcPct val="100000"/>
              </a:lnSpc>
            </a:pPr>
            <a:r>
              <a:rPr b="1" lang="en-US" sz="2000" spc="-1" strike="noStrike">
                <a:solidFill>
                  <a:srgbClr val="000000"/>
                </a:solidFill>
                <a:latin typeface="Arial"/>
                <a:ea typeface="Arial"/>
              </a:rPr>
              <a:t>3. GRASP contains how many fundamental principles of object design?</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Arial"/>
              </a:rPr>
              <a:t>A) Five</a:t>
            </a:r>
            <a:br>
              <a:rPr sz="2000"/>
            </a:br>
            <a:r>
              <a:rPr b="0" lang="en-US" sz="2000" spc="-1" strike="noStrike">
                <a:solidFill>
                  <a:srgbClr val="000000"/>
                </a:solidFill>
                <a:latin typeface="Arial"/>
                <a:ea typeface="Arial"/>
              </a:rPr>
              <a:t>B) Seven</a:t>
            </a:r>
            <a:br>
              <a:rPr sz="2000"/>
            </a:br>
            <a:r>
              <a:rPr b="0" lang="en-US" sz="2000" spc="-1" strike="noStrike">
                <a:solidFill>
                  <a:srgbClr val="000000"/>
                </a:solidFill>
                <a:latin typeface="Arial"/>
                <a:ea typeface="Arial"/>
              </a:rPr>
              <a:t>C) Nine</a:t>
            </a:r>
            <a:br>
              <a:rPr sz="2000"/>
            </a:br>
            <a:r>
              <a:rPr b="0" lang="en-US" sz="2000" spc="-1" strike="noStrike">
                <a:solidFill>
                  <a:srgbClr val="000000"/>
                </a:solidFill>
                <a:latin typeface="Arial"/>
                <a:ea typeface="Arial"/>
              </a:rPr>
              <a:t>D) Twelve</a:t>
            </a:r>
            <a:endParaRPr b="0" lang="en-US" sz="20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2000" spc="-1" strike="noStrike">
                <a:solidFill>
                  <a:srgbClr val="000000"/>
                </a:solidFill>
                <a:latin typeface="Arial"/>
                <a:ea typeface="Arial"/>
              </a:rPr>
              <a:t>4. In object-oriented design, responsibility refers to:</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Arial"/>
              </a:rPr>
              <a:t>A) Data storage only</a:t>
            </a:r>
            <a:br>
              <a:rPr sz="2000"/>
            </a:br>
            <a:r>
              <a:rPr b="0" lang="en-US" sz="2000" spc="-1" strike="noStrike">
                <a:solidFill>
                  <a:srgbClr val="000000"/>
                </a:solidFill>
                <a:latin typeface="Arial"/>
                <a:ea typeface="Arial"/>
              </a:rPr>
              <a:t>B) Database queries </a:t>
            </a:r>
            <a:br>
              <a:rPr sz="2000"/>
            </a:br>
            <a:r>
              <a:rPr b="0" lang="en-US" sz="2000" spc="-1" strike="noStrike">
                <a:solidFill>
                  <a:srgbClr val="000000"/>
                </a:solidFill>
                <a:latin typeface="Arial"/>
                <a:ea typeface="Arial"/>
              </a:rPr>
              <a:t>C) Compilation rules</a:t>
            </a:r>
            <a:br>
              <a:rPr sz="2000"/>
            </a:br>
            <a:r>
              <a:rPr b="0" lang="en-US" sz="2000" spc="-1" strike="noStrike">
                <a:solidFill>
                  <a:srgbClr val="000000"/>
                </a:solidFill>
                <a:latin typeface="Arial"/>
                <a:ea typeface="Arial"/>
              </a:rPr>
              <a:t>D) A contract or obligation of a class or component</a:t>
            </a:r>
            <a:endParaRPr b="0" lang="en-US" sz="20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383" name="Google Shape;593;p78"/>
          <p:cNvCxnSpPr/>
          <p:nvPr/>
        </p:nvCxnSpPr>
        <p:spPr>
          <a:xfrm>
            <a:off x="0" y="1190880"/>
            <a:ext cx="6225840" cy="1080"/>
          </a:xfrm>
          <a:prstGeom prst="straightConnector1">
            <a:avLst/>
          </a:prstGeom>
          <a:ln w="38100">
            <a:solidFill>
              <a:srgbClr val="c55a11"/>
            </a:solidFill>
            <a:miter/>
          </a:ln>
        </p:spPr>
      </p:cxnSp>
      <p:sp>
        <p:nvSpPr>
          <p:cNvPr id="384" name="Google Shape;595;p78"/>
          <p:cNvSpPr/>
          <p:nvPr/>
        </p:nvSpPr>
        <p:spPr>
          <a:xfrm>
            <a:off x="153000" y="551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pic>
        <p:nvPicPr>
          <p:cNvPr id="385" name="Google Shape;597;p78" descr=""/>
          <p:cNvPicPr/>
          <p:nvPr/>
        </p:nvPicPr>
        <p:blipFill>
          <a:blip r:embed="rId1"/>
          <a:stretch/>
        </p:blipFill>
        <p:spPr>
          <a:xfrm>
            <a:off x="8382240" y="0"/>
            <a:ext cx="754560" cy="1287360"/>
          </a:xfrm>
          <a:prstGeom prst="rect">
            <a:avLst/>
          </a:prstGeom>
          <a:ln w="0">
            <a:noFill/>
          </a:ln>
        </p:spPr>
      </p:pic>
      <p:sp>
        <p:nvSpPr>
          <p:cNvPr id="386" name="TextBox 2"/>
          <p:cNvSpPr/>
          <p:nvPr/>
        </p:nvSpPr>
        <p:spPr>
          <a:xfrm>
            <a:off x="153000" y="1335960"/>
            <a:ext cx="8228160" cy="4938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IN" sz="2000" spc="-1" strike="noStrike">
                <a:solidFill>
                  <a:srgbClr val="000000"/>
                </a:solidFill>
                <a:latin typeface="Arial"/>
                <a:ea typeface="Arial"/>
              </a:rPr>
              <a:t>MCQ</a:t>
            </a:r>
            <a:endParaRPr b="0" lang="en-US" sz="20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2000" spc="-1" strike="noStrike">
                <a:solidFill>
                  <a:srgbClr val="000000"/>
                </a:solidFill>
                <a:latin typeface="Arial"/>
                <a:ea typeface="Arial"/>
              </a:rPr>
              <a:t>5. Loose coupling means:</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Arial"/>
              </a:rPr>
              <a:t>A) High dependency between classes</a:t>
            </a:r>
            <a:br>
              <a:rPr sz="2000"/>
            </a:br>
            <a:r>
              <a:rPr b="0" lang="en-US" sz="2000" spc="-1" strike="noStrike">
                <a:solidFill>
                  <a:srgbClr val="000000"/>
                </a:solidFill>
                <a:latin typeface="Arial"/>
                <a:ea typeface="Arial"/>
              </a:rPr>
              <a:t>B) No interaction between classes </a:t>
            </a:r>
            <a:br>
              <a:rPr sz="2000"/>
            </a:br>
            <a:r>
              <a:rPr b="0" lang="en-US" sz="2000" spc="-1" strike="noStrike">
                <a:solidFill>
                  <a:srgbClr val="000000"/>
                </a:solidFill>
                <a:latin typeface="Arial"/>
                <a:ea typeface="Arial"/>
              </a:rPr>
              <a:t>C) Low dependency between classes</a:t>
            </a:r>
            <a:br>
              <a:rPr sz="2000"/>
            </a:br>
            <a:r>
              <a:rPr b="0" lang="en-US" sz="2000" spc="-1" strike="noStrike">
                <a:solidFill>
                  <a:srgbClr val="000000"/>
                </a:solidFill>
                <a:latin typeface="Arial"/>
                <a:ea typeface="Arial"/>
              </a:rPr>
              <a:t>D) Only inheritance relationships</a:t>
            </a:r>
            <a:endParaRPr b="0" lang="en-US" sz="20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2000" spc="-1" strike="noStrike">
                <a:solidFill>
                  <a:srgbClr val="000000"/>
                </a:solidFill>
                <a:latin typeface="Arial"/>
                <a:ea typeface="Arial"/>
              </a:rPr>
              <a:t>6. Cohesion measures:</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Arial"/>
              </a:rPr>
              <a:t>A) Database connections</a:t>
            </a:r>
            <a:br>
              <a:rPr sz="2000"/>
            </a:br>
            <a:r>
              <a:rPr b="0" lang="en-US" sz="2000" spc="-1" strike="noStrike">
                <a:solidFill>
                  <a:srgbClr val="000000"/>
                </a:solidFill>
                <a:latin typeface="Arial"/>
                <a:ea typeface="Arial"/>
              </a:rPr>
              <a:t>B) Relationship between modules</a:t>
            </a:r>
            <a:br>
              <a:rPr sz="2000"/>
            </a:br>
            <a:r>
              <a:rPr b="0" lang="en-US" sz="2000" spc="-1" strike="noStrike">
                <a:solidFill>
                  <a:srgbClr val="000000"/>
                </a:solidFill>
                <a:latin typeface="Arial"/>
                <a:ea typeface="Arial"/>
              </a:rPr>
              <a:t>C) How strongly related responsibilities of a class are</a:t>
            </a:r>
            <a:br>
              <a:rPr sz="2000"/>
            </a:br>
            <a:r>
              <a:rPr b="0" lang="en-US" sz="2000" spc="-1" strike="noStrike">
                <a:solidFill>
                  <a:srgbClr val="000000"/>
                </a:solidFill>
                <a:latin typeface="Arial"/>
                <a:ea typeface="Arial"/>
              </a:rPr>
              <a:t>D) Execution speed</a:t>
            </a:r>
            <a:endParaRPr b="0" lang="en-US" sz="20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387" name="Google Shape;593;p78"/>
          <p:cNvCxnSpPr/>
          <p:nvPr/>
        </p:nvCxnSpPr>
        <p:spPr>
          <a:xfrm>
            <a:off x="0" y="1190880"/>
            <a:ext cx="6225840" cy="1080"/>
          </a:xfrm>
          <a:prstGeom prst="straightConnector1">
            <a:avLst/>
          </a:prstGeom>
          <a:ln w="38100">
            <a:solidFill>
              <a:srgbClr val="c55a11"/>
            </a:solidFill>
            <a:miter/>
          </a:ln>
        </p:spPr>
      </p:cxnSp>
      <p:sp>
        <p:nvSpPr>
          <p:cNvPr id="388" name="Google Shape;595;p78"/>
          <p:cNvSpPr/>
          <p:nvPr/>
        </p:nvSpPr>
        <p:spPr>
          <a:xfrm>
            <a:off x="153000" y="551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pic>
        <p:nvPicPr>
          <p:cNvPr id="389" name="Google Shape;597;p78" descr=""/>
          <p:cNvPicPr/>
          <p:nvPr/>
        </p:nvPicPr>
        <p:blipFill>
          <a:blip r:embed="rId1"/>
          <a:stretch/>
        </p:blipFill>
        <p:spPr>
          <a:xfrm>
            <a:off x="8382240" y="0"/>
            <a:ext cx="754560" cy="1287360"/>
          </a:xfrm>
          <a:prstGeom prst="rect">
            <a:avLst/>
          </a:prstGeom>
          <a:ln w="0">
            <a:noFill/>
          </a:ln>
        </p:spPr>
      </p:pic>
      <p:sp>
        <p:nvSpPr>
          <p:cNvPr id="390" name="TextBox 2"/>
          <p:cNvSpPr/>
          <p:nvPr/>
        </p:nvSpPr>
        <p:spPr>
          <a:xfrm>
            <a:off x="153000" y="1335960"/>
            <a:ext cx="8228160" cy="252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IN" sz="2000" spc="-1" strike="noStrike">
                <a:solidFill>
                  <a:srgbClr val="000000"/>
                </a:solidFill>
                <a:latin typeface="Arial"/>
                <a:ea typeface="Arial"/>
              </a:rPr>
              <a:t>MCQ SOLUTION</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0" lang="en-IN" sz="2000" spc="-1" strike="noStrike">
                <a:solidFill>
                  <a:srgbClr val="000000"/>
                </a:solidFill>
                <a:latin typeface="Arial"/>
                <a:ea typeface="Arial"/>
              </a:rPr>
              <a:t>1.A</a:t>
            </a:r>
            <a:endParaRPr b="0" lang="en-US" sz="2000" spc="-1" strike="noStrike">
              <a:solidFill>
                <a:srgbClr val="000000"/>
              </a:solidFill>
              <a:latin typeface="Arial"/>
            </a:endParaRPr>
          </a:p>
          <a:p>
            <a:pPr>
              <a:lnSpc>
                <a:spcPct val="100000"/>
              </a:lnSpc>
            </a:pPr>
            <a:r>
              <a:rPr b="0" lang="en-IN" sz="2000" spc="-1" strike="noStrike">
                <a:solidFill>
                  <a:srgbClr val="000000"/>
                </a:solidFill>
                <a:latin typeface="Arial"/>
                <a:ea typeface="Arial"/>
              </a:rPr>
              <a:t>2.B</a:t>
            </a:r>
            <a:endParaRPr b="0" lang="en-US" sz="2000" spc="-1" strike="noStrike">
              <a:solidFill>
                <a:srgbClr val="000000"/>
              </a:solidFill>
              <a:latin typeface="Arial"/>
            </a:endParaRPr>
          </a:p>
          <a:p>
            <a:pPr>
              <a:lnSpc>
                <a:spcPct val="100000"/>
              </a:lnSpc>
            </a:pPr>
            <a:r>
              <a:rPr b="0" lang="en-IN" sz="2000" spc="-1" strike="noStrike">
                <a:solidFill>
                  <a:srgbClr val="000000"/>
                </a:solidFill>
                <a:latin typeface="Arial"/>
                <a:ea typeface="Arial"/>
              </a:rPr>
              <a:t>3.C</a:t>
            </a:r>
            <a:endParaRPr b="0" lang="en-US" sz="2000" spc="-1" strike="noStrike">
              <a:solidFill>
                <a:srgbClr val="000000"/>
              </a:solidFill>
              <a:latin typeface="Arial"/>
            </a:endParaRPr>
          </a:p>
          <a:p>
            <a:pPr>
              <a:lnSpc>
                <a:spcPct val="100000"/>
              </a:lnSpc>
            </a:pPr>
            <a:r>
              <a:rPr b="0" lang="en-IN" sz="2000" spc="-1" strike="noStrike">
                <a:solidFill>
                  <a:srgbClr val="000000"/>
                </a:solidFill>
                <a:latin typeface="Arial"/>
                <a:ea typeface="Arial"/>
              </a:rPr>
              <a:t>4.D</a:t>
            </a:r>
            <a:endParaRPr b="0" lang="en-US" sz="2000" spc="-1" strike="noStrike">
              <a:solidFill>
                <a:srgbClr val="000000"/>
              </a:solidFill>
              <a:latin typeface="Arial"/>
            </a:endParaRPr>
          </a:p>
          <a:p>
            <a:pPr>
              <a:lnSpc>
                <a:spcPct val="100000"/>
              </a:lnSpc>
            </a:pPr>
            <a:r>
              <a:rPr b="0" lang="en-IN" sz="2000" spc="-1" strike="noStrike">
                <a:solidFill>
                  <a:srgbClr val="000000"/>
                </a:solidFill>
                <a:latin typeface="Arial"/>
                <a:ea typeface="Arial"/>
              </a:rPr>
              <a:t>5.C</a:t>
            </a:r>
            <a:endParaRPr b="0" lang="en-US" sz="2000" spc="-1" strike="noStrike">
              <a:solidFill>
                <a:srgbClr val="000000"/>
              </a:solidFill>
              <a:latin typeface="Arial"/>
            </a:endParaRPr>
          </a:p>
          <a:p>
            <a:pPr>
              <a:lnSpc>
                <a:spcPct val="100000"/>
              </a:lnSpc>
            </a:pPr>
            <a:r>
              <a:rPr b="0" lang="en-IN" sz="2000" spc="-1" strike="noStrike">
                <a:solidFill>
                  <a:srgbClr val="000000"/>
                </a:solidFill>
                <a:latin typeface="Arial"/>
                <a:ea typeface="Arial"/>
              </a:rPr>
              <a:t>6.C</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391" name="Google Shape;603;p96"/>
          <p:cNvCxnSpPr/>
          <p:nvPr/>
        </p:nvCxnSpPr>
        <p:spPr>
          <a:xfrm>
            <a:off x="0" y="1190880"/>
            <a:ext cx="6225840" cy="1080"/>
          </a:xfrm>
          <a:prstGeom prst="straightConnector1">
            <a:avLst/>
          </a:prstGeom>
          <a:ln w="38100">
            <a:solidFill>
              <a:srgbClr val="c55a11"/>
            </a:solidFill>
            <a:miter/>
          </a:ln>
        </p:spPr>
      </p:cxnSp>
      <p:sp>
        <p:nvSpPr>
          <p:cNvPr id="392" name="Google Shape;604;p96"/>
          <p:cNvSpPr/>
          <p:nvPr/>
        </p:nvSpPr>
        <p:spPr>
          <a:xfrm>
            <a:off x="294840" y="696600"/>
            <a:ext cx="721296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References</a:t>
            </a:r>
            <a:endParaRPr b="0" lang="en-US" sz="2800" spc="-1" strike="noStrike">
              <a:solidFill>
                <a:srgbClr val="000000"/>
              </a:solidFill>
              <a:latin typeface="Arial"/>
            </a:endParaRPr>
          </a:p>
        </p:txBody>
      </p:sp>
      <p:sp>
        <p:nvSpPr>
          <p:cNvPr id="393" name="Google Shape;605;p96"/>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sp>
        <p:nvSpPr>
          <p:cNvPr id="394" name="Google Shape;606;p96"/>
          <p:cNvSpPr/>
          <p:nvPr/>
        </p:nvSpPr>
        <p:spPr>
          <a:xfrm>
            <a:off x="0" y="1197720"/>
            <a:ext cx="9013680" cy="546480"/>
          </a:xfrm>
          <a:prstGeom prst="rect">
            <a:avLst/>
          </a:prstGeom>
          <a:noFill/>
          <a:ln w="0">
            <a:noFill/>
          </a:ln>
        </p:spPr>
        <p:style>
          <a:lnRef idx="0"/>
          <a:fillRef idx="0"/>
          <a:effectRef idx="0"/>
          <a:fontRef idx="minor"/>
        </p:style>
        <p:txBody>
          <a:bodyPr lIns="90000" rIns="90000" tIns="45000" bIns="45000" anchor="t">
            <a:spAutoFit/>
          </a:bodyPr>
          <a:p>
            <a:pPr marL="435240" indent="-216000" algn="just">
              <a:lnSpc>
                <a:spcPct val="150000"/>
              </a:lnSpc>
              <a:tabLst>
                <a:tab algn="l" pos="0"/>
              </a:tabLst>
            </a:pPr>
            <a:endParaRPr b="0" lang="en-US" sz="2200" spc="-1" strike="noStrike">
              <a:solidFill>
                <a:schemeClr val="dk1"/>
              </a:solidFill>
              <a:latin typeface="Calibri"/>
              <a:ea typeface="Calibri"/>
            </a:endParaRPr>
          </a:p>
        </p:txBody>
      </p:sp>
      <p:sp>
        <p:nvSpPr>
          <p:cNvPr id="395" name="Google Shape;607;p96"/>
          <p:cNvSpPr/>
          <p:nvPr/>
        </p:nvSpPr>
        <p:spPr>
          <a:xfrm>
            <a:off x="263520" y="1498680"/>
            <a:ext cx="8276760" cy="2467080"/>
          </a:xfrm>
          <a:prstGeom prst="rect">
            <a:avLst/>
          </a:prstGeom>
          <a:noFill/>
          <a:ln w="0">
            <a:noFill/>
          </a:ln>
        </p:spPr>
        <p:style>
          <a:lnRef idx="0"/>
          <a:fillRef idx="0"/>
          <a:effectRef idx="0"/>
          <a:fontRef idx="minor"/>
        </p:style>
        <p:txBody>
          <a:bodyPr lIns="90000" rIns="90000" tIns="45000" bIns="45000" anchor="t">
            <a:spAutoFit/>
          </a:bodyPr>
          <a:p>
            <a:pPr marL="216000" indent="-216000" algn="just">
              <a:lnSpc>
                <a:spcPct val="150000"/>
              </a:lnSpc>
              <a:buClr>
                <a:srgbClr val="000000"/>
              </a:buClr>
              <a:buFont typeface="Arial"/>
              <a:buChar char="•"/>
            </a:pPr>
            <a:r>
              <a:rPr b="1" lang="en-US" sz="2400" spc="-1" strike="noStrike">
                <a:solidFill>
                  <a:srgbClr val="000000"/>
                </a:solidFill>
                <a:latin typeface="Calibri"/>
                <a:ea typeface="Calibri"/>
              </a:rPr>
              <a:t> </a:t>
            </a:r>
            <a:r>
              <a:rPr b="0" lang="en-US" sz="2000" spc="-1" strike="noStrike" u="sng">
                <a:solidFill>
                  <a:srgbClr val="0563c1"/>
                </a:solidFill>
                <a:uFillTx/>
                <a:latin typeface="Times New Roman"/>
                <a:ea typeface="Times New Roman"/>
                <a:hlinkClick r:id="rId1"/>
              </a:rPr>
              <a:t>Source Code Examples</a:t>
            </a:r>
            <a:r>
              <a:rPr b="1" lang="en-US" sz="2000" spc="-1" strike="noStrike">
                <a:solidFill>
                  <a:srgbClr val="000000"/>
                </a:solidFill>
                <a:latin typeface="Times New Roman"/>
                <a:ea typeface="Times New Roman"/>
              </a:rPr>
              <a:t> </a:t>
            </a:r>
            <a:endParaRPr b="0" lang="en-US" sz="2000" spc="-1" strike="noStrike">
              <a:solidFill>
                <a:srgbClr val="000000"/>
              </a:solidFill>
              <a:latin typeface="Arial"/>
            </a:endParaRPr>
          </a:p>
          <a:p>
            <a:pPr marL="216000" indent="-216000" algn="just">
              <a:lnSpc>
                <a:spcPct val="150000"/>
              </a:lnSpc>
              <a:buClr>
                <a:srgbClr val="000000"/>
              </a:buClr>
              <a:buFont typeface="Arial"/>
              <a:buChar char="•"/>
            </a:pPr>
            <a:r>
              <a:rPr b="0" lang="en-US" sz="2000" spc="-1" strike="noStrike" u="sng">
                <a:solidFill>
                  <a:srgbClr val="0563c1"/>
                </a:solidFill>
                <a:uFillTx/>
                <a:latin typeface="Times New Roman"/>
                <a:ea typeface="Times New Roman"/>
                <a:hlinkClick r:id="rId2"/>
              </a:rPr>
              <a:t>Ad-hoc, Inclusion, Parametric &amp; Coercion Polymorphisms – GeeksforGeeks</a:t>
            </a:r>
            <a:endParaRPr b="0" lang="en-US" sz="2000" spc="-1" strike="noStrike">
              <a:solidFill>
                <a:srgbClr val="000000"/>
              </a:solidFill>
              <a:latin typeface="Arial"/>
            </a:endParaRPr>
          </a:p>
          <a:p>
            <a:pPr marL="216000" indent="-216000" algn="just">
              <a:lnSpc>
                <a:spcPct val="150000"/>
              </a:lnSpc>
              <a:buClr>
                <a:srgbClr val="000000"/>
              </a:buClr>
              <a:buFont typeface="Arial"/>
              <a:buChar char="•"/>
            </a:pPr>
            <a:r>
              <a:rPr b="0" lang="en-US" sz="2000" spc="-1" strike="noStrike">
                <a:solidFill>
                  <a:srgbClr val="000000"/>
                </a:solidFill>
                <a:latin typeface="Times New Roman"/>
                <a:ea typeface="Times New Roman"/>
              </a:rPr>
              <a:t> </a:t>
            </a:r>
            <a:r>
              <a:rPr b="0" lang="en-US" sz="2000" spc="-1" strike="noStrike" u="sng">
                <a:solidFill>
                  <a:srgbClr val="0563c1"/>
                </a:solidFill>
                <a:uFillTx/>
                <a:latin typeface="Times New Roman"/>
                <a:ea typeface="Times New Roman"/>
                <a:hlinkClick r:id="rId3"/>
              </a:rPr>
              <a:t>Larman - Monopoly Game.pdf - THE MONOPOLY GAME SYSTEM • The software version of the game will run as a simulation • One person will start the game and | Course Hero</a:t>
            </a:r>
            <a:endParaRPr b="0" lang="en-US" sz="2000" spc="-1" strike="noStrike">
              <a:solidFill>
                <a:srgbClr val="000000"/>
              </a:solidFill>
              <a:latin typeface="Arial"/>
            </a:endParaRPr>
          </a:p>
          <a:p>
            <a:pPr marL="216000" indent="-216000" algn="just">
              <a:lnSpc>
                <a:spcPct val="150000"/>
              </a:lnSpc>
              <a:buClr>
                <a:srgbClr val="000000"/>
              </a:buClr>
              <a:buFont typeface="Arial"/>
              <a:buChar char="•"/>
            </a:pPr>
            <a:r>
              <a:rPr b="0" lang="en-US" sz="2000" spc="-1" strike="noStrike">
                <a:solidFill>
                  <a:srgbClr val="000000"/>
                </a:solidFill>
                <a:latin typeface="Times New Roman"/>
                <a:ea typeface="Times New Roman"/>
              </a:rPr>
              <a:t>  </a:t>
            </a:r>
            <a:r>
              <a:rPr b="0" lang="en-US" sz="2000" spc="-1" strike="noStrike" u="sng">
                <a:solidFill>
                  <a:srgbClr val="0563c1"/>
                </a:solidFill>
                <a:uFillTx/>
                <a:latin typeface="Times New Roman"/>
                <a:ea typeface="Times New Roman"/>
                <a:hlinkClick r:id="rId4"/>
              </a:rPr>
              <a:t>http://www.kamilgrzybek.com/design/grasp-explained/</a:t>
            </a:r>
            <a:endParaRPr b="0" lang="en-US" sz="2000" spc="-1" strike="noStrike">
              <a:solidFill>
                <a:srgbClr val="000000"/>
              </a:solidFill>
              <a:latin typeface="Arial"/>
            </a:endParaRPr>
          </a:p>
        </p:txBody>
      </p:sp>
      <p:pic>
        <p:nvPicPr>
          <p:cNvPr id="396" name="Google Shape;608;p96" descr=""/>
          <p:cNvPicPr/>
          <p:nvPr/>
        </p:nvPicPr>
        <p:blipFill>
          <a:blip r:embed="rId5"/>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397" name="Google Shape;613;p32"/>
          <p:cNvCxnSpPr/>
          <p:nvPr/>
        </p:nvCxnSpPr>
        <p:spPr>
          <a:xfrm>
            <a:off x="4086000" y="3022560"/>
            <a:ext cx="3437280" cy="1080"/>
          </a:xfrm>
          <a:prstGeom prst="straightConnector1">
            <a:avLst/>
          </a:prstGeom>
          <a:ln w="38100">
            <a:solidFill>
              <a:srgbClr val="c55a11"/>
            </a:solidFill>
            <a:miter/>
          </a:ln>
        </p:spPr>
      </p:cxnSp>
      <p:grpSp>
        <p:nvGrpSpPr>
          <p:cNvPr id="398" name="Google Shape;614;p32"/>
          <p:cNvGrpSpPr/>
          <p:nvPr/>
        </p:nvGrpSpPr>
        <p:grpSpPr>
          <a:xfrm>
            <a:off x="224640" y="968040"/>
            <a:ext cx="8637840" cy="4663080"/>
            <a:chOff x="224640" y="968040"/>
            <a:chExt cx="8637840" cy="4663080"/>
          </a:xfrm>
        </p:grpSpPr>
        <p:sp>
          <p:nvSpPr>
            <p:cNvPr id="399" name="Google Shape;615;p32"/>
            <p:cNvSpPr/>
            <p:nvPr/>
          </p:nvSpPr>
          <p:spPr>
            <a:xfrm>
              <a:off x="8827920" y="977040"/>
              <a:ext cx="33120" cy="79920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sp>
          <p:nvSpPr>
            <p:cNvPr id="400" name="Google Shape;616;p32"/>
            <p:cNvSpPr/>
            <p:nvPr/>
          </p:nvSpPr>
          <p:spPr>
            <a:xfrm rot="5400000">
              <a:off x="8446320" y="584640"/>
              <a:ext cx="33120" cy="79920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sp>
          <p:nvSpPr>
            <p:cNvPr id="401" name="Google Shape;617;p32"/>
            <p:cNvSpPr/>
            <p:nvPr/>
          </p:nvSpPr>
          <p:spPr>
            <a:xfrm rot="5400000">
              <a:off x="607680" y="5214960"/>
              <a:ext cx="33120" cy="79920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sp>
          <p:nvSpPr>
            <p:cNvPr id="402" name="Google Shape;618;p32"/>
            <p:cNvSpPr/>
            <p:nvPr/>
          </p:nvSpPr>
          <p:spPr>
            <a:xfrm rot="10800000">
              <a:off x="224640" y="4824720"/>
              <a:ext cx="33120" cy="79920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grpSp>
      <p:sp>
        <p:nvSpPr>
          <p:cNvPr id="403" name="Google Shape;619;p32"/>
          <p:cNvSpPr/>
          <p:nvPr/>
        </p:nvSpPr>
        <p:spPr>
          <a:xfrm>
            <a:off x="4086000" y="2394360"/>
            <a:ext cx="3451680" cy="47988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en-US" sz="2700" spc="-1" strike="noStrike">
                <a:solidFill>
                  <a:srgbClr val="c55a11"/>
                </a:solidFill>
                <a:latin typeface="Calibri"/>
                <a:ea typeface="Calibri"/>
              </a:rPr>
              <a:t>THANK YOU</a:t>
            </a:r>
            <a:endParaRPr b="0" lang="en-US" sz="2700" spc="-1" strike="noStrike">
              <a:solidFill>
                <a:srgbClr val="000000"/>
              </a:solidFill>
              <a:latin typeface="Arial"/>
            </a:endParaRPr>
          </a:p>
        </p:txBody>
      </p:sp>
      <p:pic>
        <p:nvPicPr>
          <p:cNvPr id="404" name="Google Shape;620;p32" descr="https://lh7-rt.googleusercontent.com/slidesz/AGV_vUfTyFw7WSX9KjaO-w1Rw9d4JRvVdmmfjkmlozulmt3QTqBh9ZxkKZqWVSOL6A0uLppCXIGMj-AK-nArlVJP-7sEU1L0BpmI1S4SGeApMn7CqgdAfgg8nW-E0bt-g7CVWEBjHfNOJLmBMvme8ah0xQ=s2048?key=90YWuivvAQe76yp95CsInCkp"/>
          <p:cNvPicPr/>
          <p:nvPr/>
        </p:nvPicPr>
        <p:blipFill>
          <a:blip r:embed="rId1"/>
          <a:stretch/>
        </p:blipFill>
        <p:spPr>
          <a:xfrm>
            <a:off x="1100160" y="1002960"/>
            <a:ext cx="2229480" cy="3845160"/>
          </a:xfrm>
          <a:prstGeom prst="rect">
            <a:avLst/>
          </a:prstGeom>
          <a:ln w="0">
            <a:noFill/>
          </a:ln>
        </p:spPr>
      </p:pic>
      <p:sp>
        <p:nvSpPr>
          <p:cNvPr id="405" name="Google Shape;621;p32"/>
          <p:cNvSpPr/>
          <p:nvPr/>
        </p:nvSpPr>
        <p:spPr>
          <a:xfrm>
            <a:off x="4086000" y="3138120"/>
            <a:ext cx="4707000" cy="89100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en-US" sz="1800" spc="-1" strike="noStrike">
                <a:solidFill>
                  <a:schemeClr val="dk1"/>
                </a:solidFill>
                <a:latin typeface="Calibri"/>
                <a:ea typeface="Calibri"/>
              </a:rPr>
              <a:t>Prof. Shridevi A Sawant</a:t>
            </a:r>
            <a:endParaRPr b="0" lang="en-US" sz="1800" spc="-1" strike="noStrike">
              <a:solidFill>
                <a:srgbClr val="000000"/>
              </a:solidFill>
              <a:latin typeface="Arial"/>
            </a:endParaRPr>
          </a:p>
          <a:p>
            <a:pPr>
              <a:lnSpc>
                <a:spcPct val="100000"/>
              </a:lnSpc>
              <a:tabLst>
                <a:tab algn="l" pos="0"/>
              </a:tabLst>
            </a:pPr>
            <a:r>
              <a:rPr b="1" lang="en-US" sz="1800" spc="-1" strike="noStrike">
                <a:solidFill>
                  <a:schemeClr val="dk1"/>
                </a:solidFill>
                <a:latin typeface="Calibri"/>
                <a:ea typeface="Calibri"/>
              </a:rPr>
              <a:t>Computer Science and Engineering</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2205</TotalTime>
  <Application>LibreOffice/24.2.2.2$MacOSX_X86_64 LibreOffice_project/d56cc158d8a96260b836f100ef4b4ef25d6f1a01</Application>
  <AppVersion>15.0000</AppVersion>
  <Words>3177</Words>
  <Paragraphs>432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1999-02-24T20:45:50Z</dcterms:created>
  <dc:creator>USER</dc:creator>
  <dc:description/>
  <dc:language>en-US</dc:language>
  <cp:lastModifiedBy/>
  <dcterms:modified xsi:type="dcterms:W3CDTF">2026-03-09T09:21:35Z</dcterms:modified>
  <cp:revision>16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Notes">
    <vt:i4>41</vt:i4>
  </property>
  <property fmtid="{D5CDD505-2E9C-101B-9397-08002B2CF9AE}" pid="4" name="PresentationFormat">
    <vt:lpwstr>On-screen Show (4:3)</vt:lpwstr>
  </property>
  <property fmtid="{D5CDD505-2E9C-101B-9397-08002B2CF9AE}" pid="5" name="Slides">
    <vt:i4>41</vt:i4>
  </property>
</Properties>
</file>